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356" r:id="rId3"/>
    <p:sldId id="375" r:id="rId4"/>
    <p:sldId id="379" r:id="rId5"/>
    <p:sldId id="374" r:id="rId6"/>
    <p:sldId id="368" r:id="rId7"/>
    <p:sldId id="31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77" d="100"/>
          <a:sy n="77" d="100"/>
        </p:scale>
        <p:origin x="5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954884" y="1226477"/>
            <a:ext cx="10282232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HOC</a:t>
            </a:r>
          </a:p>
          <a:p>
            <a:pPr algn="ctr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v/s</a:t>
            </a:r>
          </a:p>
          <a:p>
            <a:pPr algn="ctr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Custom Hook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BD52-A56B-7E9F-A9EF-6ACC498D4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A6D7BE7-DCE6-805F-26BE-CC4EC9EE31F1}"/>
              </a:ext>
            </a:extLst>
          </p:cNvPr>
          <p:cNvGrpSpPr/>
          <p:nvPr/>
        </p:nvGrpSpPr>
        <p:grpSpPr>
          <a:xfrm>
            <a:off x="860170" y="1335193"/>
            <a:ext cx="10346386" cy="3612449"/>
            <a:chOff x="1320808" y="1596449"/>
            <a:chExt cx="10346386" cy="361244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ABF976-D12B-6828-80A4-857405694E4F}"/>
                </a:ext>
              </a:extLst>
            </p:cNvPr>
            <p:cNvSpPr txBox="1"/>
            <p:nvPr/>
          </p:nvSpPr>
          <p:spPr>
            <a:xfrm>
              <a:off x="1320808" y="2733925"/>
              <a:ext cx="10153881" cy="24749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3000"/>
                </a:spcAft>
              </a:pPr>
              <a:r>
                <a:rPr lang="en-US" dirty="0"/>
                <a:t>A Higher Order Component (HOC) is a function that takes a component and returns a new component with enhanced or additional behavior.</a:t>
              </a:r>
            </a:p>
            <a:p>
              <a:pPr>
                <a:lnSpc>
                  <a:spcPct val="150000"/>
                </a:lnSpc>
                <a:spcAft>
                  <a:spcPts val="3000"/>
                </a:spcAft>
              </a:pPr>
              <a:r>
                <a:rPr lang="en-US" dirty="0"/>
                <a:t>Component ➜ </a:t>
              </a:r>
              <a:r>
                <a:rPr lang="en-US" dirty="0">
                  <a:solidFill>
                    <a:srgbClr val="FFFF00"/>
                  </a:solidFill>
                </a:rPr>
                <a:t>HOC</a:t>
              </a:r>
              <a:r>
                <a:rPr lang="en-US" dirty="0"/>
                <a:t> ➜ Enhanced Component.</a:t>
              </a:r>
            </a:p>
            <a:p>
              <a:pPr>
                <a:lnSpc>
                  <a:spcPct val="150000"/>
                </a:lnSpc>
                <a:spcAft>
                  <a:spcPts val="3000"/>
                </a:spcAft>
              </a:pPr>
              <a:r>
                <a:rPr lang="en-US" dirty="0"/>
                <a:t>It follows the same idea as higher-order functions in JavaScript.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B66528-D9E6-BDB3-67BD-7EC13CB8019F}"/>
                </a:ext>
              </a:extLst>
            </p:cNvPr>
            <p:cNvSpPr/>
            <p:nvPr/>
          </p:nvSpPr>
          <p:spPr>
            <a:xfrm>
              <a:off x="1320808" y="1596449"/>
              <a:ext cx="10346386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What is a Higher Order Component?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7141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D6D08-2E2C-10AD-D5B8-4D3B1EB68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544447B-192B-3C2C-8998-BBC2BAE076C0}"/>
              </a:ext>
            </a:extLst>
          </p:cNvPr>
          <p:cNvGrpSpPr/>
          <p:nvPr/>
        </p:nvGrpSpPr>
        <p:grpSpPr>
          <a:xfrm>
            <a:off x="881555" y="779828"/>
            <a:ext cx="9126551" cy="5083518"/>
            <a:chOff x="668425" y="580448"/>
            <a:chExt cx="9126551" cy="508351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87888E-3028-E6BE-9DF7-9D03EBB3620C}"/>
                </a:ext>
              </a:extLst>
            </p:cNvPr>
            <p:cNvSpPr/>
            <p:nvPr/>
          </p:nvSpPr>
          <p:spPr>
            <a:xfrm>
              <a:off x="668425" y="580448"/>
              <a:ext cx="6447395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Basic Syntax of a HOC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EA14F23-EB55-0C3F-292C-1A6CD9E7E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14" t="24463" r="9041" b="20327"/>
            <a:stretch>
              <a:fillRect/>
            </a:stretch>
          </p:blipFill>
          <p:spPr>
            <a:xfrm>
              <a:off x="742521" y="1519416"/>
              <a:ext cx="9052455" cy="336196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10DDCBB-77D7-3CAC-12BB-DFAC3F833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75" t="50000" r="9454" b="29385"/>
            <a:stretch>
              <a:fillRect/>
            </a:stretch>
          </p:blipFill>
          <p:spPr>
            <a:xfrm>
              <a:off x="742521" y="5050910"/>
              <a:ext cx="8325852" cy="6130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687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F2CF5-0E58-D8C4-FC68-2D0EFC6E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60DD183-7D3F-078D-97C3-BBF85706FE5A}"/>
              </a:ext>
            </a:extLst>
          </p:cNvPr>
          <p:cNvGrpSpPr/>
          <p:nvPr/>
        </p:nvGrpSpPr>
        <p:grpSpPr>
          <a:xfrm>
            <a:off x="939421" y="1005958"/>
            <a:ext cx="10313158" cy="4637505"/>
            <a:chOff x="794855" y="774667"/>
            <a:chExt cx="10313158" cy="463750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DCE1F66-25AA-C69E-DB9F-E9469B284009}"/>
                </a:ext>
              </a:extLst>
            </p:cNvPr>
            <p:cNvSpPr/>
            <p:nvPr/>
          </p:nvSpPr>
          <p:spPr>
            <a:xfrm>
              <a:off x="794856" y="774667"/>
              <a:ext cx="10313157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What is a Custom Hook?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AC9396-185B-1474-4FAC-E8FCFE9F0C43}"/>
                </a:ext>
              </a:extLst>
            </p:cNvPr>
            <p:cNvSpPr txBox="1"/>
            <p:nvPr/>
          </p:nvSpPr>
          <p:spPr>
            <a:xfrm>
              <a:off x="794855" y="2011241"/>
              <a:ext cx="10258155" cy="34009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000" dirty="0"/>
                <a:t>custom hook is a JavaScript function in React that:</a:t>
              </a:r>
            </a:p>
            <a:p>
              <a:pPr marL="984250" indent="-34290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sz="2000" dirty="0"/>
                <a:t>starts with the word use</a:t>
              </a:r>
            </a:p>
            <a:p>
              <a:pPr marL="984250" indent="-34290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sz="2000" dirty="0"/>
                <a:t>uses other hooks inside it</a:t>
              </a:r>
            </a:p>
            <a:p>
              <a:pPr marL="984250" indent="-342900">
                <a:spcAft>
                  <a:spcPts val="1800"/>
                </a:spcAft>
                <a:buFont typeface="Wingdings" panose="05000000000000000000" pitchFamily="2" charset="2"/>
                <a:buChar char="q"/>
              </a:pPr>
              <a:r>
                <a:rPr lang="en-US" sz="2000" dirty="0"/>
                <a:t>allows you to reuse logic across components</a:t>
              </a:r>
            </a:p>
            <a:p>
              <a:pPr marL="641350">
                <a:spcAft>
                  <a:spcPts val="1800"/>
                </a:spcAft>
              </a:pPr>
              <a:endParaRPr lang="en-US" sz="2000" dirty="0"/>
            </a:p>
            <a:p>
              <a:pPr>
                <a:spcAft>
                  <a:spcPts val="1800"/>
                </a:spcAft>
              </a:pPr>
              <a:r>
                <a:rPr lang="en-US" sz="2000" dirty="0"/>
                <a:t>Custom hooks do NOT return JSX. They return data or functions. They help extract reusable logic, not UI.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1552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92C68-A678-CD92-3EED-328AC15E9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C730C4F-DF00-4060-FE6F-F9EBEB46EA56}"/>
              </a:ext>
            </a:extLst>
          </p:cNvPr>
          <p:cNvGrpSpPr/>
          <p:nvPr/>
        </p:nvGrpSpPr>
        <p:grpSpPr>
          <a:xfrm>
            <a:off x="922807" y="783091"/>
            <a:ext cx="10346386" cy="5291817"/>
            <a:chOff x="1320808" y="1596449"/>
            <a:chExt cx="10346386" cy="529181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AB7BA6B-8A3D-5CD8-5C86-24D7117C32DA}"/>
                </a:ext>
              </a:extLst>
            </p:cNvPr>
            <p:cNvSpPr txBox="1"/>
            <p:nvPr/>
          </p:nvSpPr>
          <p:spPr>
            <a:xfrm>
              <a:off x="1320808" y="2610172"/>
              <a:ext cx="10153881" cy="4278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0"/>
                </a:spcAft>
              </a:pPr>
              <a:r>
                <a:rPr lang="en-US" dirty="0"/>
                <a:t>HOCs are used to reuse logic across multiple components without repeating code.</a:t>
              </a:r>
            </a:p>
            <a:p>
              <a:pPr>
                <a:spcAft>
                  <a:spcPts val="1800"/>
                </a:spcAft>
              </a:pPr>
              <a:r>
                <a:rPr lang="en-US" b="1" dirty="0">
                  <a:solidFill>
                    <a:srgbClr val="FFFF00"/>
                  </a:solidFill>
                </a:rPr>
                <a:t>Common Use Cases: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Adding extra UI behavior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Authentication checks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Permission-based rendering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Data fetching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Logging or analytics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Injecting extra props</a:t>
              </a:r>
            </a:p>
            <a:p>
              <a:pPr marL="285750" indent="-28575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dirty="0"/>
                <a:t>Reusing complex logic across multiple components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4DAF4A-D27B-A8B7-92FE-254B73A5BD26}"/>
                </a:ext>
              </a:extLst>
            </p:cNvPr>
            <p:cNvSpPr/>
            <p:nvPr/>
          </p:nvSpPr>
          <p:spPr>
            <a:xfrm>
              <a:off x="1320808" y="1596449"/>
              <a:ext cx="10346386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Why do we use HOCs Or Custom Hook?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887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F2CF5-0E58-D8C4-FC68-2D0EFC6E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60DD183-7D3F-078D-97C3-BBF85706FE5A}"/>
              </a:ext>
            </a:extLst>
          </p:cNvPr>
          <p:cNvGrpSpPr/>
          <p:nvPr/>
        </p:nvGrpSpPr>
        <p:grpSpPr>
          <a:xfrm>
            <a:off x="797146" y="1214680"/>
            <a:ext cx="10313158" cy="4021952"/>
            <a:chOff x="794855" y="774667"/>
            <a:chExt cx="10313158" cy="402195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DCE1F66-25AA-C69E-DB9F-E9469B284009}"/>
                </a:ext>
              </a:extLst>
            </p:cNvPr>
            <p:cNvSpPr/>
            <p:nvPr/>
          </p:nvSpPr>
          <p:spPr>
            <a:xfrm>
              <a:off x="794856" y="774667"/>
              <a:ext cx="10313157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HOCs vs Custom Hooks (Modern React)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EAC9396-185B-1474-4FAC-E8FCFE9F0C43}"/>
                </a:ext>
              </a:extLst>
            </p:cNvPr>
            <p:cNvSpPr txBox="1"/>
            <p:nvPr/>
          </p:nvSpPr>
          <p:spPr>
            <a:xfrm>
              <a:off x="794855" y="2011241"/>
              <a:ext cx="10258155" cy="27853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000" dirty="0"/>
                <a:t>Nowadays, people prefer custom hooks, because they are:</a:t>
              </a:r>
            </a:p>
            <a:p>
              <a:pPr marL="625475" indent="-34290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000" dirty="0"/>
                <a:t>Cleaner</a:t>
              </a:r>
            </a:p>
            <a:p>
              <a:pPr marL="625475" indent="-34290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000" dirty="0"/>
                <a:t>Easier to reuse</a:t>
              </a:r>
            </a:p>
            <a:p>
              <a:pPr marL="625475" indent="-342900"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000" dirty="0"/>
                <a:t>Avoid wrapper hell</a:t>
              </a:r>
            </a:p>
            <a:p>
              <a:pPr>
                <a:spcBef>
                  <a:spcPts val="3600"/>
                </a:spcBef>
              </a:pPr>
              <a:r>
                <a:rPr lang="en-US" sz="2000" dirty="0"/>
                <a:t>But HOCs are still used in many old codebases and libraries like react-redux (connect HOC).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0529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1363</TotalTime>
  <Words>209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Berlin Sans FB Demi</vt:lpstr>
      <vt:lpstr>Calibri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Kumar Lal</dc:creator>
  <cp:lastModifiedBy>Manas Kumar Lal</cp:lastModifiedBy>
  <cp:revision>287</cp:revision>
  <dcterms:created xsi:type="dcterms:W3CDTF">2025-07-03T20:58:50Z</dcterms:created>
  <dcterms:modified xsi:type="dcterms:W3CDTF">2026-01-04T05:46:38Z</dcterms:modified>
</cp:coreProperties>
</file>