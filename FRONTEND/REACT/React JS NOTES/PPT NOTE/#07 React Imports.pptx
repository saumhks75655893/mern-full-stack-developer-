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8" r:id="rId2"/>
    <p:sldId id="272" r:id="rId3"/>
    <p:sldId id="270" r:id="rId4"/>
    <p:sldId id="271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28-07-2025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1803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28-07-2025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829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28-07-2025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3940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28-07-2025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7616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28-07-2025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3553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28-07-2025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630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28-07-2025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632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28-07-2025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212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28-07-2025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6015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28-07-2025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3591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28-07-2025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7185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28-07-2025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705299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28-07-2025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88816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28-07-2025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02172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28-07-2025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76548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28-07-2025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94295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28-07-2025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5919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4170C16-CB02-44E1-8AF7-8DA3690E2582}" type="datetimeFigureOut">
              <a:rPr lang="en-IN" smtClean="0"/>
              <a:t>28-07-2025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00178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C99D6-3B2A-5829-5EC2-5DAED2A3C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50C7F6F0-D56E-4724-8725-0BCE7E5C1CA1}"/>
              </a:ext>
            </a:extLst>
          </p:cNvPr>
          <p:cNvGrpSpPr/>
          <p:nvPr/>
        </p:nvGrpSpPr>
        <p:grpSpPr>
          <a:xfrm>
            <a:off x="1126508" y="763575"/>
            <a:ext cx="6793706" cy="4932640"/>
            <a:chOff x="985314" y="575317"/>
            <a:chExt cx="6793706" cy="493264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62DEC93-1289-30B7-2353-6662BB190225}"/>
                </a:ext>
              </a:extLst>
            </p:cNvPr>
            <p:cNvSpPr/>
            <p:nvPr/>
          </p:nvSpPr>
          <p:spPr>
            <a:xfrm>
              <a:off x="985314" y="575317"/>
              <a:ext cx="4467890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pPr algn="ctr"/>
              <a:r>
                <a:rPr lang="en-US" sz="5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React Imports</a:t>
              </a:r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28928604-85AD-4E9A-9F14-0096E54D2D93}"/>
                </a:ext>
              </a:extLst>
            </p:cNvPr>
            <p:cNvGrpSpPr/>
            <p:nvPr/>
          </p:nvGrpSpPr>
          <p:grpSpPr>
            <a:xfrm>
              <a:off x="1045826" y="2025429"/>
              <a:ext cx="6733194" cy="3482528"/>
              <a:chOff x="1429171" y="2112834"/>
              <a:chExt cx="6733194" cy="3482528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0280E1B-817D-031F-EFAC-56A99836E4A3}"/>
                  </a:ext>
                </a:extLst>
              </p:cNvPr>
              <p:cNvSpPr txBox="1"/>
              <p:nvPr/>
            </p:nvSpPr>
            <p:spPr>
              <a:xfrm>
                <a:off x="1429171" y="2112834"/>
                <a:ext cx="272781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2400"/>
                  </a:spcAft>
                </a:pPr>
                <a:r>
                  <a:rPr lang="en-US" sz="2800" dirty="0">
                    <a:latin typeface="Book Antiqua" panose="02040602050305030304" pitchFamily="18" charset="0"/>
                  </a:rPr>
                  <a:t>1. Components</a:t>
                </a:r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0C87DFC9-ED74-476D-81D6-513D389254CC}"/>
                  </a:ext>
                </a:extLst>
              </p:cNvPr>
              <p:cNvGrpSpPr/>
              <p:nvPr/>
            </p:nvGrpSpPr>
            <p:grpSpPr>
              <a:xfrm>
                <a:off x="1429171" y="2800443"/>
                <a:ext cx="6733194" cy="1382110"/>
                <a:chOff x="1496406" y="2874402"/>
                <a:chExt cx="6733194" cy="1382110"/>
              </a:xfrm>
            </p:grpSpPr>
            <p:pic>
              <p:nvPicPr>
                <p:cNvPr id="25" name="Picture 24">
                  <a:extLst>
                    <a:ext uri="{FF2B5EF4-FFF2-40B4-BE49-F238E27FC236}">
                      <a16:creationId xmlns:a16="http://schemas.microsoft.com/office/drawing/2014/main" id="{B219E92C-F678-4FAB-AC06-FD1DE110939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3602" t="43670" r="9518" b="26599"/>
                <a:stretch/>
              </p:blipFill>
              <p:spPr>
                <a:xfrm>
                  <a:off x="1577089" y="3368364"/>
                  <a:ext cx="6652511" cy="888148"/>
                </a:xfrm>
                <a:prstGeom prst="rect">
                  <a:avLst/>
                </a:prstGeom>
              </p:spPr>
            </p:pic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06DFB6BC-E01A-4AB3-8F12-89BEE4455715}"/>
                    </a:ext>
                  </a:extLst>
                </p:cNvPr>
                <p:cNvSpPr txBox="1"/>
                <p:nvPr/>
              </p:nvSpPr>
              <p:spPr>
                <a:xfrm>
                  <a:off x="1496406" y="2874402"/>
                  <a:ext cx="198200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2400"/>
                    </a:spcAft>
                  </a:pPr>
                  <a:r>
                    <a:rPr lang="en-US" sz="2000" dirty="0">
                      <a:latin typeface="Book Antiqua" panose="02040602050305030304" pitchFamily="18" charset="0"/>
                    </a:rPr>
                    <a:t>How to import:</a:t>
                  </a:r>
                </a:p>
              </p:txBody>
            </p:sp>
          </p:grp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EBEEF077-065D-4213-9CA3-FFC3607052FA}"/>
                  </a:ext>
                </a:extLst>
              </p:cNvPr>
              <p:cNvGrpSpPr/>
              <p:nvPr/>
            </p:nvGrpSpPr>
            <p:grpSpPr>
              <a:xfrm>
                <a:off x="1429171" y="4276405"/>
                <a:ext cx="1982004" cy="1318957"/>
                <a:chOff x="1686103" y="4754749"/>
                <a:chExt cx="1982004" cy="1318957"/>
              </a:xfrm>
            </p:grpSpPr>
            <p:pic>
              <p:nvPicPr>
                <p:cNvPr id="26" name="Picture 25">
                  <a:extLst>
                    <a:ext uri="{FF2B5EF4-FFF2-40B4-BE49-F238E27FC236}">
                      <a16:creationId xmlns:a16="http://schemas.microsoft.com/office/drawing/2014/main" id="{C5095794-88A7-49CE-B70D-9FF5D67DF00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2012" t="43862" r="23595" b="26407"/>
                <a:stretch/>
              </p:blipFill>
              <p:spPr>
                <a:xfrm>
                  <a:off x="1772071" y="5232485"/>
                  <a:ext cx="1535905" cy="841221"/>
                </a:xfrm>
                <a:prstGeom prst="rect">
                  <a:avLst/>
                </a:prstGeom>
              </p:spPr>
            </p:pic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7033E43D-3590-46BA-B603-FCDA571F1906}"/>
                    </a:ext>
                  </a:extLst>
                </p:cNvPr>
                <p:cNvSpPr txBox="1"/>
                <p:nvPr/>
              </p:nvSpPr>
              <p:spPr>
                <a:xfrm>
                  <a:off x="1686103" y="4754749"/>
                  <a:ext cx="198200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2400"/>
                    </a:spcAft>
                  </a:pPr>
                  <a:r>
                    <a:rPr lang="en-US" sz="2000" dirty="0">
                      <a:latin typeface="Book Antiqua" panose="02040602050305030304" pitchFamily="18" charset="0"/>
                    </a:rPr>
                    <a:t>How to use: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185594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BD554-5A25-8018-41B6-8323765AB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2AD62218-7A77-4C33-8598-B9E16A019D21}"/>
              </a:ext>
            </a:extLst>
          </p:cNvPr>
          <p:cNvGrpSpPr/>
          <p:nvPr/>
        </p:nvGrpSpPr>
        <p:grpSpPr>
          <a:xfrm>
            <a:off x="1252014" y="1007933"/>
            <a:ext cx="5298467" cy="4591195"/>
            <a:chOff x="1130991" y="860016"/>
            <a:chExt cx="5298467" cy="459119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65BC5E4-9468-4177-861B-26DC054E63A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950" t="49145" r="17787" b="29679"/>
            <a:stretch/>
          </p:blipFill>
          <p:spPr>
            <a:xfrm>
              <a:off x="1207343" y="1406789"/>
              <a:ext cx="2575111" cy="534458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31E386D-B26E-4B1A-A8A7-63F5936EFE52}"/>
                </a:ext>
              </a:extLst>
            </p:cNvPr>
            <p:cNvSpPr txBox="1"/>
            <p:nvPr/>
          </p:nvSpPr>
          <p:spPr>
            <a:xfrm>
              <a:off x="1130991" y="860016"/>
              <a:ext cx="272781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2400"/>
                </a:spcAft>
              </a:pPr>
              <a:r>
                <a:rPr lang="en-US" sz="2800" dirty="0">
                  <a:latin typeface="Book Antiqua" panose="02040602050305030304" pitchFamily="18" charset="0"/>
                </a:rPr>
                <a:t>2. CSS File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1C92D0A-E408-43C4-941C-9AF6B340978C}"/>
                </a:ext>
              </a:extLst>
            </p:cNvPr>
            <p:cNvGrpSpPr/>
            <p:nvPr/>
          </p:nvGrpSpPr>
          <p:grpSpPr>
            <a:xfrm>
              <a:off x="1135450" y="2564936"/>
              <a:ext cx="5294008" cy="2886275"/>
              <a:chOff x="4831628" y="1121626"/>
              <a:chExt cx="5294008" cy="2886275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13CED22-F6CC-421D-924A-9428606AB84F}"/>
                  </a:ext>
                </a:extLst>
              </p:cNvPr>
              <p:cNvSpPr txBox="1"/>
              <p:nvPr/>
            </p:nvSpPr>
            <p:spPr>
              <a:xfrm>
                <a:off x="4831628" y="1121626"/>
                <a:ext cx="272781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2400"/>
                  </a:spcAft>
                </a:pPr>
                <a:r>
                  <a:rPr lang="en-US" sz="2800" dirty="0">
                    <a:latin typeface="Book Antiqua" panose="02040602050305030304" pitchFamily="18" charset="0"/>
                  </a:rPr>
                  <a:t>3. Images</a:t>
                </a:r>
              </a:p>
            </p:txBody>
          </p: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867F346D-C5B2-4185-A35C-EE8D7EFADA51}"/>
                  </a:ext>
                </a:extLst>
              </p:cNvPr>
              <p:cNvGrpSpPr/>
              <p:nvPr/>
            </p:nvGrpSpPr>
            <p:grpSpPr>
              <a:xfrm>
                <a:off x="4831628" y="1809235"/>
                <a:ext cx="5294008" cy="1014168"/>
                <a:chOff x="4831628" y="1809235"/>
                <a:chExt cx="5294008" cy="1014168"/>
              </a:xfrm>
            </p:grpSpPr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BB591B24-4A82-4A68-8B2D-E74C4F94BCF1}"/>
                    </a:ext>
                  </a:extLst>
                </p:cNvPr>
                <p:cNvSpPr txBox="1"/>
                <p:nvPr/>
              </p:nvSpPr>
              <p:spPr>
                <a:xfrm>
                  <a:off x="4831628" y="1809235"/>
                  <a:ext cx="198200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2400"/>
                    </a:spcAft>
                  </a:pPr>
                  <a:r>
                    <a:rPr lang="en-US" sz="2000" dirty="0">
                      <a:latin typeface="Book Antiqua" panose="02040602050305030304" pitchFamily="18" charset="0"/>
                    </a:rPr>
                    <a:t>How to import:</a:t>
                  </a:r>
                </a:p>
              </p:txBody>
            </p:sp>
            <p:pic>
              <p:nvPicPr>
                <p:cNvPr id="17" name="Picture 16">
                  <a:extLst>
                    <a:ext uri="{FF2B5EF4-FFF2-40B4-BE49-F238E27FC236}">
                      <a16:creationId xmlns:a16="http://schemas.microsoft.com/office/drawing/2014/main" id="{9E7BFCFC-F1A2-4F11-87EF-44A5F0B0776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7102" t="49572" r="11166" b="30964"/>
                <a:stretch/>
              </p:blipFill>
              <p:spPr>
                <a:xfrm>
                  <a:off x="4928348" y="2284730"/>
                  <a:ext cx="5197288" cy="538673"/>
                </a:xfrm>
                <a:prstGeom prst="rect">
                  <a:avLst/>
                </a:prstGeom>
              </p:spPr>
            </p:pic>
          </p:grp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27BFEA1B-E740-42E7-BF6D-3AED44F736A6}"/>
                  </a:ext>
                </a:extLst>
              </p:cNvPr>
              <p:cNvGrpSpPr/>
              <p:nvPr/>
            </p:nvGrpSpPr>
            <p:grpSpPr>
              <a:xfrm>
                <a:off x="4831628" y="2974342"/>
                <a:ext cx="4339266" cy="1033559"/>
                <a:chOff x="4831628" y="3285197"/>
                <a:chExt cx="4339266" cy="1033559"/>
              </a:xfrm>
            </p:grpSpPr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FDE98148-1BE0-4BB7-ACBD-7C11C4073B2E}"/>
                    </a:ext>
                  </a:extLst>
                </p:cNvPr>
                <p:cNvSpPr txBox="1"/>
                <p:nvPr/>
              </p:nvSpPr>
              <p:spPr>
                <a:xfrm>
                  <a:off x="4831628" y="3285197"/>
                  <a:ext cx="198200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2400"/>
                    </a:spcAft>
                  </a:pPr>
                  <a:r>
                    <a:rPr lang="en-US" sz="2000" dirty="0">
                      <a:latin typeface="Book Antiqua" panose="02040602050305030304" pitchFamily="18" charset="0"/>
                    </a:rPr>
                    <a:t>How to use:</a:t>
                  </a:r>
                </a:p>
              </p:txBody>
            </p:sp>
            <p:pic>
              <p:nvPicPr>
                <p:cNvPr id="18" name="Picture 17">
                  <a:extLst>
                    <a:ext uri="{FF2B5EF4-FFF2-40B4-BE49-F238E27FC236}">
                      <a16:creationId xmlns:a16="http://schemas.microsoft.com/office/drawing/2014/main" id="{F67C0E0D-9E0E-4268-852E-432B0E8843C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0065" t="50000" r="13247" b="30535"/>
                <a:stretch/>
              </p:blipFill>
              <p:spPr>
                <a:xfrm>
                  <a:off x="4928347" y="3768009"/>
                  <a:ext cx="4242547" cy="550747"/>
                </a:xfrm>
                <a:prstGeom prst="rect">
                  <a:avLst/>
                </a:prstGeom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2510774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BD554-5A25-8018-41B6-8323765AB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EA9A1040-7D0D-4EE2-BE75-D7EC2E5C9363}"/>
              </a:ext>
            </a:extLst>
          </p:cNvPr>
          <p:cNvGrpSpPr/>
          <p:nvPr/>
        </p:nvGrpSpPr>
        <p:grpSpPr>
          <a:xfrm>
            <a:off x="976349" y="947421"/>
            <a:ext cx="6970863" cy="4794615"/>
            <a:chOff x="1016690" y="806227"/>
            <a:chExt cx="6970863" cy="4794615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DB8A9309-EFB5-4A2D-8B41-24A5CDE53017}"/>
                </a:ext>
              </a:extLst>
            </p:cNvPr>
            <p:cNvGrpSpPr/>
            <p:nvPr/>
          </p:nvGrpSpPr>
          <p:grpSpPr>
            <a:xfrm>
              <a:off x="1016690" y="806227"/>
              <a:ext cx="6399363" cy="1181991"/>
              <a:chOff x="1252014" y="1007933"/>
              <a:chExt cx="6399363" cy="1181991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C24F6E30-51BF-4FF4-91A3-C1DC42920DD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456" t="49572" r="10452" b="30963"/>
              <a:stretch/>
            </p:blipFill>
            <p:spPr>
              <a:xfrm>
                <a:off x="1329579" y="1626057"/>
                <a:ext cx="6321798" cy="563867"/>
              </a:xfrm>
              <a:prstGeom prst="rect">
                <a:avLst/>
              </a:prstGeom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A75958E-A758-4964-86EE-2D37E8E6D316}"/>
                  </a:ext>
                </a:extLst>
              </p:cNvPr>
              <p:cNvSpPr txBox="1"/>
              <p:nvPr/>
            </p:nvSpPr>
            <p:spPr>
              <a:xfrm>
                <a:off x="1252014" y="1007933"/>
                <a:ext cx="607215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2400"/>
                  </a:spcAft>
                </a:pPr>
                <a:r>
                  <a:rPr lang="en-US" sz="2800" dirty="0">
                    <a:latin typeface="Book Antiqua" panose="02040602050305030304" pitchFamily="18" charset="0"/>
                  </a:rPr>
                  <a:t>4. Modules / Functions / Utilities: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CE0D8B6-6351-4F36-8665-6482E5FE45D2}"/>
                </a:ext>
              </a:extLst>
            </p:cNvPr>
            <p:cNvGrpSpPr/>
            <p:nvPr/>
          </p:nvGrpSpPr>
          <p:grpSpPr>
            <a:xfrm>
              <a:off x="1016690" y="4063601"/>
              <a:ext cx="6970863" cy="1537241"/>
              <a:chOff x="1252013" y="4708723"/>
              <a:chExt cx="6970863" cy="1537241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4DAB06A-3F5F-4C0E-B11F-3C25D11BFE5C}"/>
                  </a:ext>
                </a:extLst>
              </p:cNvPr>
              <p:cNvSpPr txBox="1"/>
              <p:nvPr/>
            </p:nvSpPr>
            <p:spPr>
              <a:xfrm>
                <a:off x="1252013" y="4708723"/>
                <a:ext cx="697086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2400"/>
                  </a:spcAft>
                </a:pPr>
                <a:r>
                  <a:rPr lang="en-US" sz="2800" dirty="0">
                    <a:latin typeface="Book Antiqua" panose="02040602050305030304" pitchFamily="18" charset="0"/>
                  </a:rPr>
                  <a:t>6. Third-party Packages (NPM Modules)</a:t>
                </a:r>
              </a:p>
            </p:txBody>
          </p:sp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A75404DB-57A7-4DF2-92EF-5585EADF2B3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922" t="44896" r="9776" b="27330"/>
              <a:stretch/>
            </p:blipFill>
            <p:spPr>
              <a:xfrm>
                <a:off x="1329579" y="5359250"/>
                <a:ext cx="6893297" cy="886714"/>
              </a:xfrm>
              <a:prstGeom prst="rect">
                <a:avLst/>
              </a:prstGeom>
            </p:spPr>
          </p:pic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45556EA-148B-42FA-B333-F3939DC90BA3}"/>
                </a:ext>
              </a:extLst>
            </p:cNvPr>
            <p:cNvGrpSpPr/>
            <p:nvPr/>
          </p:nvGrpSpPr>
          <p:grpSpPr>
            <a:xfrm>
              <a:off x="1016690" y="2434914"/>
              <a:ext cx="5330321" cy="1212065"/>
              <a:chOff x="1252014" y="2989133"/>
              <a:chExt cx="5330321" cy="1212065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78A04A1-68D6-4BC6-B9A4-5C090C5BB04D}"/>
                  </a:ext>
                </a:extLst>
              </p:cNvPr>
              <p:cNvSpPr txBox="1"/>
              <p:nvPr/>
            </p:nvSpPr>
            <p:spPr>
              <a:xfrm>
                <a:off x="1252014" y="2989133"/>
                <a:ext cx="533032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2400"/>
                  </a:spcAft>
                </a:pPr>
                <a:r>
                  <a:rPr lang="en-US" sz="2800" dirty="0">
                    <a:latin typeface="Book Antiqua" panose="02040602050305030304" pitchFamily="18" charset="0"/>
                  </a:rPr>
                  <a:t>5. JSON Files</a:t>
                </a:r>
              </a:p>
            </p:txBody>
          </p:sp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69F92EB5-46AF-4F18-8564-F97731F0E3F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9034" t="49572" r="13853" b="30749"/>
              <a:stretch/>
            </p:blipFill>
            <p:spPr>
              <a:xfrm>
                <a:off x="1329579" y="3611074"/>
                <a:ext cx="4708151" cy="590124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570113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BD554-5A25-8018-41B6-8323765AB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1F11951-2F23-4D85-8975-6EFC5C755226}"/>
              </a:ext>
            </a:extLst>
          </p:cNvPr>
          <p:cNvGrpSpPr/>
          <p:nvPr/>
        </p:nvGrpSpPr>
        <p:grpSpPr>
          <a:xfrm>
            <a:off x="699246" y="846569"/>
            <a:ext cx="9715500" cy="3209026"/>
            <a:chOff x="699247" y="947422"/>
            <a:chExt cx="9715500" cy="3209026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55C81CD-B0BB-4D5B-8A0E-E80F1F6A3E29}"/>
                </a:ext>
              </a:extLst>
            </p:cNvPr>
            <p:cNvGrpSpPr/>
            <p:nvPr/>
          </p:nvGrpSpPr>
          <p:grpSpPr>
            <a:xfrm>
              <a:off x="699247" y="947422"/>
              <a:ext cx="6602507" cy="1224811"/>
              <a:chOff x="1070160" y="799504"/>
              <a:chExt cx="6602507" cy="1224811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2F40A11D-372F-4556-A5CD-B43ABEBC915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529" t="50000" r="11124" b="30321"/>
              <a:stretch/>
            </p:blipFill>
            <p:spPr>
              <a:xfrm>
                <a:off x="1169895" y="1431982"/>
                <a:ext cx="6502772" cy="592333"/>
              </a:xfrm>
              <a:prstGeom prst="rect">
                <a:avLst/>
              </a:prstGeom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EC91FEC-CBA0-4401-9F11-E6B5A01FBCDB}"/>
                  </a:ext>
                </a:extLst>
              </p:cNvPr>
              <p:cNvSpPr txBox="1"/>
              <p:nvPr/>
            </p:nvSpPr>
            <p:spPr>
              <a:xfrm>
                <a:off x="1070160" y="799504"/>
                <a:ext cx="533032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2400"/>
                  </a:spcAft>
                </a:pPr>
                <a:r>
                  <a:rPr lang="en-US" sz="2800" dirty="0">
                    <a:latin typeface="Book Antiqua" panose="02040602050305030304" pitchFamily="18" charset="0"/>
                  </a:rPr>
                  <a:t>7. Hooks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32BEAC6E-D84B-499B-ABDC-5D7F020919E5}"/>
                </a:ext>
              </a:extLst>
            </p:cNvPr>
            <p:cNvGrpSpPr/>
            <p:nvPr/>
          </p:nvGrpSpPr>
          <p:grpSpPr>
            <a:xfrm>
              <a:off x="699247" y="2937717"/>
              <a:ext cx="9715500" cy="1218731"/>
              <a:chOff x="1070161" y="2796522"/>
              <a:chExt cx="9715500" cy="1218731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43DD06A7-96DB-400C-90D8-7F90B7EC646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926" t="48040" r="6857" b="29421"/>
              <a:stretch/>
            </p:blipFill>
            <p:spPr>
              <a:xfrm>
                <a:off x="1169894" y="3429001"/>
                <a:ext cx="9615767" cy="586252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778947B-CDF7-473A-9955-730055166209}"/>
                  </a:ext>
                </a:extLst>
              </p:cNvPr>
              <p:cNvSpPr txBox="1"/>
              <p:nvPr/>
            </p:nvSpPr>
            <p:spPr>
              <a:xfrm>
                <a:off x="1070161" y="2796522"/>
                <a:ext cx="533032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2400"/>
                  </a:spcAft>
                </a:pPr>
                <a:r>
                  <a:rPr lang="en-US" sz="2800" dirty="0">
                    <a:latin typeface="Book Antiqua" panose="02040602050305030304" pitchFamily="18" charset="0"/>
                  </a:rPr>
                  <a:t>8. Fonts and Assets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96950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ilk Glass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263</TotalTime>
  <Words>56</Words>
  <Application>Microsoft Office PowerPoint</Application>
  <PresentationFormat>Widescreen</PresentationFormat>
  <Paragraphs>13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Berlin Sans FB Demi</vt:lpstr>
      <vt:lpstr>Book Antiqua</vt:lpstr>
      <vt:lpstr>Calisto MT</vt:lpstr>
      <vt:lpstr>Wingdings 2</vt:lpstr>
      <vt:lpstr>Slate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Manas Kumar Lal</dc:creator>
  <cp:lastModifiedBy>Manas Kumar Lal</cp:lastModifiedBy>
  <cp:revision>54</cp:revision>
  <dcterms:created xsi:type="dcterms:W3CDTF">2025-07-03T20:58:50Z</dcterms:created>
  <dcterms:modified xsi:type="dcterms:W3CDTF">2025-07-28T17:17:52Z</dcterms:modified>
</cp:coreProperties>
</file>