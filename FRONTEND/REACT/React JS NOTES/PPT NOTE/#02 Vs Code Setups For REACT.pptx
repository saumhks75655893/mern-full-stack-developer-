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9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0804200-055E-3FB9-4A5D-80EBC5FDE93A}"/>
              </a:ext>
            </a:extLst>
          </p:cNvPr>
          <p:cNvGrpSpPr/>
          <p:nvPr/>
        </p:nvGrpSpPr>
        <p:grpSpPr>
          <a:xfrm>
            <a:off x="697982" y="757967"/>
            <a:ext cx="10186309" cy="4811372"/>
            <a:chOff x="613576" y="532884"/>
            <a:chExt cx="10186309" cy="48113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8CE5903-A156-FCE2-A560-3DCE80A52B50}"/>
                </a:ext>
              </a:extLst>
            </p:cNvPr>
            <p:cNvSpPr/>
            <p:nvPr/>
          </p:nvSpPr>
          <p:spPr>
            <a:xfrm>
              <a:off x="613576" y="532884"/>
              <a:ext cx="460574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REACT SETUP:</a:t>
              </a:r>
            </a:p>
          </p:txBody>
        </p:sp>
        <p:pic>
          <p:nvPicPr>
            <p:cNvPr id="1026" name="Picture 2" descr="Node.js - Wikipedia">
              <a:extLst>
                <a:ext uri="{FF2B5EF4-FFF2-40B4-BE49-F238E27FC236}">
                  <a16:creationId xmlns:a16="http://schemas.microsoft.com/office/drawing/2014/main" id="{50E6034C-5BDC-7716-1500-050B50534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625" y="2159976"/>
              <a:ext cx="4799283" cy="2939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Optimizing VSCode Startup Time with Profiles - Chris's Tech ADHD">
              <a:extLst>
                <a:ext uri="{FF2B5EF4-FFF2-40B4-BE49-F238E27FC236}">
                  <a16:creationId xmlns:a16="http://schemas.microsoft.com/office/drawing/2014/main" id="{4E8251C7-5D95-13A1-1552-AA619FF88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0885" y="1915256"/>
              <a:ext cx="3429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5949DC-21E2-AC02-B308-E3365B3512C7}"/>
                </a:ext>
              </a:extLst>
            </p:cNvPr>
            <p:cNvSpPr/>
            <p:nvPr/>
          </p:nvSpPr>
          <p:spPr>
            <a:xfrm>
              <a:off x="6085118" y="2644170"/>
              <a:ext cx="76655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96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45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1A88-F58E-40FA-B67B-00C291E48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D2730C7-CD45-B546-FA35-61870F305FBF}"/>
              </a:ext>
            </a:extLst>
          </p:cNvPr>
          <p:cNvGrpSpPr/>
          <p:nvPr/>
        </p:nvGrpSpPr>
        <p:grpSpPr>
          <a:xfrm>
            <a:off x="502632" y="562522"/>
            <a:ext cx="11186736" cy="5363732"/>
            <a:chOff x="456224" y="379642"/>
            <a:chExt cx="11186736" cy="53637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1D402BE-4146-0CD1-151B-36420E5F125C}"/>
                </a:ext>
              </a:extLst>
            </p:cNvPr>
            <p:cNvSpPr/>
            <p:nvPr/>
          </p:nvSpPr>
          <p:spPr>
            <a:xfrm>
              <a:off x="456224" y="379642"/>
              <a:ext cx="353013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Extensions: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85AF21-1AF8-1EA0-609D-4B624D41A275}"/>
                </a:ext>
              </a:extLst>
            </p:cNvPr>
            <p:cNvGrpSpPr/>
            <p:nvPr/>
          </p:nvGrpSpPr>
          <p:grpSpPr>
            <a:xfrm>
              <a:off x="549039" y="1615344"/>
              <a:ext cx="11093921" cy="4128030"/>
              <a:chOff x="798437" y="1474667"/>
              <a:chExt cx="11093921" cy="412803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F8AAEFD-8ACA-2ABF-69EA-74E2F8507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98438" y="1474667"/>
                <a:ext cx="4385505" cy="113822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BA9420F-FA41-161A-71F3-27FBB3AEC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8439" y="4338449"/>
                <a:ext cx="4385506" cy="1264248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E9D54D8-EB88-AADE-1095-18AEDEB72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8741" y="1513355"/>
                <a:ext cx="4511693" cy="1060846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8CE6701A-3FA4-A0EC-4871-9B77AB1ED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48741" y="4436174"/>
                <a:ext cx="5989222" cy="1068797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5D5DB70-9B56-4FF9-E536-78B6648488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48741" y="2872292"/>
                <a:ext cx="6043617" cy="1113415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75B6EE3E-FE38-672F-335F-FE0AF741D5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8437" y="2922328"/>
                <a:ext cx="4385506" cy="110374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9334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473C7-66B4-FD49-6E79-246084E0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673EE4F-ADAD-A199-3C1D-51A9E1B8D056}"/>
              </a:ext>
            </a:extLst>
          </p:cNvPr>
          <p:cNvGrpSpPr/>
          <p:nvPr/>
        </p:nvGrpSpPr>
        <p:grpSpPr>
          <a:xfrm>
            <a:off x="927867" y="776775"/>
            <a:ext cx="5168133" cy="4987437"/>
            <a:chOff x="851593" y="811944"/>
            <a:chExt cx="5168133" cy="498743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B6C94EC-D4FA-F405-7231-344045ED36AA}"/>
                </a:ext>
              </a:extLst>
            </p:cNvPr>
            <p:cNvSpPr/>
            <p:nvPr/>
          </p:nvSpPr>
          <p:spPr>
            <a:xfrm>
              <a:off x="851593" y="811944"/>
              <a:ext cx="273985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Settings: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40D39ED-806A-F1CB-D611-9B9EADA18984}"/>
                </a:ext>
              </a:extLst>
            </p:cNvPr>
            <p:cNvGrpSpPr/>
            <p:nvPr/>
          </p:nvGrpSpPr>
          <p:grpSpPr>
            <a:xfrm>
              <a:off x="928965" y="1938463"/>
              <a:ext cx="5090761" cy="3860918"/>
              <a:chOff x="1005239" y="1541026"/>
              <a:chExt cx="5090761" cy="386091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B80B06F-ADA4-2B5B-F8CD-9E4A6B383D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5240" y="1541026"/>
                <a:ext cx="4453026" cy="116044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0C8CDED-3130-5F8B-DB63-D31C209C0F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239" y="3152155"/>
                <a:ext cx="4305315" cy="1132242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E4899EB-06FE-D654-3329-D503FE3E6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5239" y="4728785"/>
                <a:ext cx="5090761" cy="67315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84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B9EE-854D-0E6C-2680-C6379C3C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7B21F18-B830-EA65-6ABF-7738944E16AA}"/>
              </a:ext>
            </a:extLst>
          </p:cNvPr>
          <p:cNvGrpSpPr/>
          <p:nvPr/>
        </p:nvGrpSpPr>
        <p:grpSpPr>
          <a:xfrm>
            <a:off x="918556" y="742082"/>
            <a:ext cx="5255927" cy="5373836"/>
            <a:chOff x="716319" y="406308"/>
            <a:chExt cx="5255927" cy="537383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4835C52-3A43-7A3D-5554-32DC627FCC23}"/>
                </a:ext>
              </a:extLst>
            </p:cNvPr>
            <p:cNvSpPr txBox="1"/>
            <p:nvPr/>
          </p:nvSpPr>
          <p:spPr>
            <a:xfrm>
              <a:off x="716319" y="1532827"/>
              <a:ext cx="5255927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Quick Open: Ctrl + P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Command Palette: Ctrl + Shift + P or F1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Toggle Sidebar: Ctrl + B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Toggle Terminal: Ctrl + `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New Terminal : Ctrl + Shift + `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Go to Line: Ctrl + G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Go to Symbol: Ctrl + Shift + O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Find in File: Ctrl + F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Replace in File: Ctrl + H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Find in All Files: Ctrl + Shift + F</a:t>
              </a:r>
            </a:p>
            <a:p>
              <a:pPr>
                <a:spcAft>
                  <a:spcPts val="600"/>
                </a:spcAft>
              </a:pPr>
              <a:r>
                <a:rPr lang="en-US" sz="2000" dirty="0">
                  <a:latin typeface="Book Antiqua" panose="02040602050305030304" pitchFamily="18" charset="0"/>
                </a:rPr>
                <a:t>Replace in All Files: Ctrl + Shift + H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932001-34BB-9A82-3986-0464C4D9BC8C}"/>
                </a:ext>
              </a:extLst>
            </p:cNvPr>
            <p:cNvSpPr/>
            <p:nvPr/>
          </p:nvSpPr>
          <p:spPr>
            <a:xfrm>
              <a:off x="716319" y="406308"/>
              <a:ext cx="312938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Shortcuts: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1506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82</TotalTime>
  <Words>96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Berlin Sans FB Demi</vt:lpstr>
      <vt:lpstr>Book Antiqua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9</cp:revision>
  <dcterms:created xsi:type="dcterms:W3CDTF">2025-07-03T20:58:50Z</dcterms:created>
  <dcterms:modified xsi:type="dcterms:W3CDTF">2025-07-06T23:58:16Z</dcterms:modified>
</cp:coreProperties>
</file>