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6" r:id="rId2"/>
    <p:sldId id="321" r:id="rId3"/>
    <p:sldId id="336" r:id="rId4"/>
    <p:sldId id="366" r:id="rId5"/>
    <p:sldId id="371" r:id="rId6"/>
    <p:sldId id="369" r:id="rId7"/>
    <p:sldId id="31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7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EEC0A7-5E88-49C8-86BE-5A895966D8E7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0B1A8-BDEA-4732-9714-BDE544A64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899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80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82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94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61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55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3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3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212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1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59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18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0529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881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217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654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429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91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4170C16-CB02-44E1-8AF7-8DA3690E258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017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3D259-E713-5A6D-29FD-7FA3E5815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4F5DFC-C246-5839-92FC-B4FEAD22E573}"/>
              </a:ext>
            </a:extLst>
          </p:cNvPr>
          <p:cNvSpPr/>
          <p:nvPr/>
        </p:nvSpPr>
        <p:spPr>
          <a:xfrm>
            <a:off x="1322349" y="1472380"/>
            <a:ext cx="9547301" cy="36317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115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Handle</a:t>
            </a:r>
          </a:p>
          <a:p>
            <a:pPr algn="ctr"/>
            <a:r>
              <a:rPr lang="en-US" sz="115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Input Field</a:t>
            </a:r>
          </a:p>
        </p:txBody>
      </p:sp>
    </p:spTree>
    <p:extLst>
      <p:ext uri="{BB962C8B-B14F-4D97-AF65-F5344CB8AC3E}">
        <p14:creationId xmlns:p14="http://schemas.microsoft.com/office/powerpoint/2010/main" val="954011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40223-8F11-C227-09BE-7D068A5F4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E8FFC67-B37A-2B34-24AB-85B814170F3E}"/>
              </a:ext>
            </a:extLst>
          </p:cNvPr>
          <p:cNvSpPr txBox="1"/>
          <p:nvPr/>
        </p:nvSpPr>
        <p:spPr>
          <a:xfrm>
            <a:off x="1183302" y="1194798"/>
            <a:ext cx="812570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lang="en-US" dirty="0"/>
              <a:t>In React, unlike plain HTML, we don’t directly access the DOM using document.getElementById.</a:t>
            </a:r>
          </a:p>
          <a:p>
            <a:pPr>
              <a:spcAft>
                <a:spcPts val="2400"/>
              </a:spcAft>
            </a:pPr>
            <a:r>
              <a:rPr lang="en-US" dirty="0"/>
              <a:t>Instead, React controls the input’s value using state — this makes it a Controlled Component.</a:t>
            </a:r>
          </a:p>
          <a:p>
            <a:pPr>
              <a:spcAft>
                <a:spcPts val="1200"/>
              </a:spcAft>
            </a:pPr>
            <a:endParaRPr lang="en-US" dirty="0"/>
          </a:p>
          <a:p>
            <a:pPr>
              <a:spcAft>
                <a:spcPts val="1200"/>
              </a:spcAft>
            </a:pPr>
            <a:r>
              <a:rPr lang="en-US" dirty="0"/>
              <a:t>This allows React to:</a:t>
            </a:r>
          </a:p>
          <a:p>
            <a:pPr marL="285750" indent="-285750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dirty="0"/>
              <a:t>Keep UI and data in sync</a:t>
            </a:r>
          </a:p>
          <a:p>
            <a:pPr marL="285750" indent="-285750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dirty="0"/>
              <a:t>Validate or modify input instantly</a:t>
            </a:r>
          </a:p>
          <a:p>
            <a:pPr marL="285750" indent="-285750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dirty="0"/>
              <a:t>Easily clear/reset form values</a:t>
            </a:r>
          </a:p>
          <a:p>
            <a:pPr marL="285750" indent="-285750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dirty="0"/>
              <a:t>Make complex forms predictable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8257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4F0DE-55DB-9AE5-44E1-8AF9B1402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80CCAD8-FE6A-E8F0-47DF-11DFE0E12B99}"/>
              </a:ext>
            </a:extLst>
          </p:cNvPr>
          <p:cNvGrpSpPr/>
          <p:nvPr/>
        </p:nvGrpSpPr>
        <p:grpSpPr>
          <a:xfrm>
            <a:off x="839158" y="749796"/>
            <a:ext cx="6366040" cy="5358407"/>
            <a:chOff x="921660" y="826741"/>
            <a:chExt cx="6366040" cy="535840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749EDF8-0D00-EE9A-539D-624191781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464" t="21354" r="9811" b="12180"/>
            <a:stretch>
              <a:fillRect/>
            </a:stretch>
          </p:blipFill>
          <p:spPr>
            <a:xfrm>
              <a:off x="1010652" y="826741"/>
              <a:ext cx="6277048" cy="362516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E674C7E-0C55-2C2F-31A8-53091261C166}"/>
                </a:ext>
              </a:extLst>
            </p:cNvPr>
            <p:cNvSpPr txBox="1"/>
            <p:nvPr/>
          </p:nvSpPr>
          <p:spPr>
            <a:xfrm>
              <a:off x="921660" y="4800153"/>
              <a:ext cx="5788524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en-US" dirty="0"/>
                <a:t>value → connected to state</a:t>
              </a:r>
            </a:p>
            <a:p>
              <a:pPr>
                <a:spcAft>
                  <a:spcPts val="1800"/>
                </a:spcAft>
              </a:pPr>
              <a:r>
                <a:rPr lang="en-US" dirty="0" err="1"/>
                <a:t>onChange</a:t>
              </a:r>
              <a:r>
                <a:rPr lang="en-US" dirty="0"/>
                <a:t> → updates state</a:t>
              </a:r>
            </a:p>
            <a:p>
              <a:pPr>
                <a:spcAft>
                  <a:spcPts val="1800"/>
                </a:spcAft>
              </a:pPr>
              <a:r>
                <a:rPr lang="en-US" dirty="0"/>
                <a:t>Without </a:t>
              </a:r>
              <a:r>
                <a:rPr lang="en-US" dirty="0" err="1"/>
                <a:t>onChange</a:t>
              </a:r>
              <a:r>
                <a:rPr lang="en-US" dirty="0"/>
                <a:t>, the input becomes read-only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986178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994D1-B432-1D53-F3BC-363080BE0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9E8B71F-0629-FE79-58EC-E60BDA664D04}"/>
              </a:ext>
            </a:extLst>
          </p:cNvPr>
          <p:cNvGrpSpPr/>
          <p:nvPr/>
        </p:nvGrpSpPr>
        <p:grpSpPr>
          <a:xfrm>
            <a:off x="1073300" y="1445193"/>
            <a:ext cx="9320552" cy="3490281"/>
            <a:chOff x="935796" y="551419"/>
            <a:chExt cx="9320552" cy="349028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D02367E-7143-21A1-DCC8-4878185D2CD1}"/>
                </a:ext>
              </a:extLst>
            </p:cNvPr>
            <p:cNvSpPr txBox="1"/>
            <p:nvPr/>
          </p:nvSpPr>
          <p:spPr>
            <a:xfrm>
              <a:off x="935796" y="1517932"/>
              <a:ext cx="9019476" cy="25237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dirty="0"/>
                <a:t>A controlled component is a form whose input field value is controlled by </a:t>
              </a:r>
              <a:r>
                <a:rPr lang="en-US" dirty="0" err="1"/>
                <a:t>React’s</a:t>
              </a:r>
              <a:r>
                <a:rPr lang="en-US" dirty="0"/>
                <a:t> State.</a:t>
              </a:r>
            </a:p>
            <a:p>
              <a:pPr>
                <a:spcAft>
                  <a:spcPts val="1200"/>
                </a:spcAft>
              </a:pPr>
              <a:endParaRPr lang="en-IN" dirty="0"/>
            </a:p>
            <a:p>
              <a:pPr>
                <a:spcAft>
                  <a:spcPts val="1200"/>
                </a:spcAft>
              </a:pPr>
              <a:r>
                <a:rPr lang="en-IN" dirty="0"/>
                <a:t>Here’s how it works:</a:t>
              </a:r>
            </a:p>
            <a:p>
              <a:pPr marL="285750" indent="-28575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IN" dirty="0"/>
                <a:t>Store input field value in state</a:t>
              </a:r>
            </a:p>
            <a:p>
              <a:pPr marL="285750" indent="-28575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IN" dirty="0"/>
                <a:t>Use change handler with input field</a:t>
              </a:r>
            </a:p>
            <a:p>
              <a:pPr marL="285750" indent="-28575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IN" dirty="0"/>
                <a:t>Value attribute attached with state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C94F99D-0473-6BB5-38D7-C5453C4650CD}"/>
                </a:ext>
              </a:extLst>
            </p:cNvPr>
            <p:cNvSpPr/>
            <p:nvPr/>
          </p:nvSpPr>
          <p:spPr>
            <a:xfrm>
              <a:off x="935797" y="551419"/>
              <a:ext cx="9320551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8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What is Controlled Components?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4466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8A4C4-BD7B-9634-9889-4FEF151E2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285280D-EC56-E2DE-14D3-EDA36D956F9E}"/>
              </a:ext>
            </a:extLst>
          </p:cNvPr>
          <p:cNvSpPr txBox="1"/>
          <p:nvPr/>
        </p:nvSpPr>
        <p:spPr>
          <a:xfrm>
            <a:off x="1004548" y="1662311"/>
            <a:ext cx="8276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dirty="0"/>
              <a:t>Sometimes we don’t bind the input to state — we directly access it via ref.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CF025A-D78F-81C3-FC5E-3C4B9EFCCF21}"/>
              </a:ext>
            </a:extLst>
          </p:cNvPr>
          <p:cNvSpPr/>
          <p:nvPr/>
        </p:nvSpPr>
        <p:spPr>
          <a:xfrm>
            <a:off x="1004548" y="688923"/>
            <a:ext cx="10085130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r>
              <a:rPr lang="en-US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Uncontrolled Components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329269-966C-D53A-0C99-432FE607B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27" t="21614" r="7406" b="12899"/>
          <a:stretch>
            <a:fillRect/>
          </a:stretch>
        </p:blipFill>
        <p:spPr>
          <a:xfrm>
            <a:off x="1004549" y="2174035"/>
            <a:ext cx="8600090" cy="367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664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A1663-A976-6988-DEB5-A3B6C6845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48FB63-8D01-251E-8A50-750205CDC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83" t="11930" r="9114" b="6667"/>
          <a:stretch>
            <a:fillRect/>
          </a:stretch>
        </p:blipFill>
        <p:spPr>
          <a:xfrm>
            <a:off x="379281" y="443602"/>
            <a:ext cx="4970760" cy="59707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2758E4-7686-DBB3-855D-FDA13B968E8F}"/>
              </a:ext>
            </a:extLst>
          </p:cNvPr>
          <p:cNvSpPr txBox="1"/>
          <p:nvPr/>
        </p:nvSpPr>
        <p:spPr>
          <a:xfrm>
            <a:off x="5433315" y="1347199"/>
            <a:ext cx="5430628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lang="en-US" dirty="0"/>
              <a:t>When handling multiple inputs, use one state object.</a:t>
            </a:r>
          </a:p>
          <a:p>
            <a:pPr>
              <a:spcAft>
                <a:spcPts val="2400"/>
              </a:spcAft>
            </a:pPr>
            <a:r>
              <a:rPr lang="en-US" dirty="0"/>
              <a:t>Dynamic key </a:t>
            </a:r>
            <a:r>
              <a:rPr lang="en-US" dirty="0">
                <a:solidFill>
                  <a:srgbClr val="FFFF00"/>
                </a:solidFill>
              </a:rPr>
              <a:t>[name]: value</a:t>
            </a:r>
          </a:p>
          <a:p>
            <a:pPr>
              <a:spcAft>
                <a:spcPts val="2400"/>
              </a:spcAft>
            </a:pPr>
            <a:r>
              <a:rPr lang="en-US" dirty="0"/>
              <a:t>Spread operator </a:t>
            </a:r>
            <a:r>
              <a:rPr lang="en-US" dirty="0">
                <a:solidFill>
                  <a:srgbClr val="FFFF00"/>
                </a:solidFill>
              </a:rPr>
              <a:t>...</a:t>
            </a:r>
            <a:r>
              <a:rPr lang="en-US" dirty="0" err="1">
                <a:solidFill>
                  <a:srgbClr val="FFFF00"/>
                </a:solidFill>
              </a:rPr>
              <a:t>prev</a:t>
            </a:r>
            <a:r>
              <a:rPr lang="en-US" dirty="0"/>
              <a:t> to keep previous data intact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963A27-1308-0AA7-E6BE-1988F2AC0D8E}"/>
              </a:ext>
            </a:extLst>
          </p:cNvPr>
          <p:cNvSpPr/>
          <p:nvPr/>
        </p:nvSpPr>
        <p:spPr>
          <a:xfrm>
            <a:off x="5433315" y="276413"/>
            <a:ext cx="6235025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r>
              <a:rPr lang="en-US" sz="4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Multiple Input Fields</a:t>
            </a:r>
          </a:p>
        </p:txBody>
      </p:sp>
    </p:spTree>
    <p:extLst>
      <p:ext uri="{BB962C8B-B14F-4D97-AF65-F5344CB8AC3E}">
        <p14:creationId xmlns:p14="http://schemas.microsoft.com/office/powerpoint/2010/main" val="1798014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31DEB-18E7-5965-8DAF-3F835ABC2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AC84B9-4F01-C36B-EF4F-1CEB400338F0}"/>
              </a:ext>
            </a:extLst>
          </p:cNvPr>
          <p:cNvSpPr/>
          <p:nvPr/>
        </p:nvSpPr>
        <p:spPr>
          <a:xfrm>
            <a:off x="2541330" y="1259175"/>
            <a:ext cx="7109340" cy="43396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13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613384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1028</TotalTime>
  <Words>171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Berlin Sans FB Demi</vt:lpstr>
      <vt:lpstr>Calibri</vt:lpstr>
      <vt:lpstr>Calisto MT</vt:lpstr>
      <vt:lpstr>Courier New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Manas Kumar Lal</dc:creator>
  <cp:lastModifiedBy>Manas Kumar Lal</cp:lastModifiedBy>
  <cp:revision>258</cp:revision>
  <dcterms:created xsi:type="dcterms:W3CDTF">2025-07-03T20:58:50Z</dcterms:created>
  <dcterms:modified xsi:type="dcterms:W3CDTF">2025-11-12T09:33:49Z</dcterms:modified>
</cp:coreProperties>
</file>