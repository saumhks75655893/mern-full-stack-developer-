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92" r:id="rId3"/>
    <p:sldId id="297" r:id="rId4"/>
    <p:sldId id="293" r:id="rId5"/>
    <p:sldId id="29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296" r:id="rId14"/>
    <p:sldId id="307" r:id="rId15"/>
    <p:sldId id="31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C12B50B-E4E5-3BAC-AADF-AB428801D8EE}"/>
              </a:ext>
            </a:extLst>
          </p:cNvPr>
          <p:cNvGrpSpPr/>
          <p:nvPr/>
        </p:nvGrpSpPr>
        <p:grpSpPr>
          <a:xfrm>
            <a:off x="904359" y="1053521"/>
            <a:ext cx="10250759" cy="4599886"/>
            <a:chOff x="536412" y="-42350"/>
            <a:chExt cx="10250759" cy="4599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4F5DFC-C246-5839-92FC-B4FEAD22E573}"/>
                </a:ext>
              </a:extLst>
            </p:cNvPr>
            <p:cNvSpPr/>
            <p:nvPr/>
          </p:nvSpPr>
          <p:spPr>
            <a:xfrm>
              <a:off x="536412" y="-42350"/>
              <a:ext cx="193033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Props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A2BA5-D2BB-71D1-5324-DB0DF0043D15}"/>
                </a:ext>
              </a:extLst>
            </p:cNvPr>
            <p:cNvSpPr txBox="1"/>
            <p:nvPr/>
          </p:nvSpPr>
          <p:spPr>
            <a:xfrm>
              <a:off x="536412" y="1156605"/>
              <a:ext cx="10250759" cy="3400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Props stands for properties.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They are inputs to a React component.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Props allow you to pass data from a parent component to a child component.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They are read-only (immutable inside the child component).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173B-6EF0-D4C1-7B89-4721CAA3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ADA2B2E-211F-8378-CA39-D5ACD706A714}"/>
              </a:ext>
            </a:extLst>
          </p:cNvPr>
          <p:cNvGrpSpPr/>
          <p:nvPr/>
        </p:nvGrpSpPr>
        <p:grpSpPr>
          <a:xfrm>
            <a:off x="1023628" y="1569659"/>
            <a:ext cx="10250759" cy="2730637"/>
            <a:chOff x="536412" y="29840"/>
            <a:chExt cx="10250759" cy="27306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6A0EC1-6979-313A-5B63-E3368F52FE5E}"/>
                </a:ext>
              </a:extLst>
            </p:cNvPr>
            <p:cNvSpPr/>
            <p:nvPr/>
          </p:nvSpPr>
          <p:spPr>
            <a:xfrm>
              <a:off x="536412" y="29840"/>
              <a:ext cx="780213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Why Do We Need Props?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D3711D-F9EF-D324-E486-EB72C365F24F}"/>
                </a:ext>
              </a:extLst>
            </p:cNvPr>
            <p:cNvSpPr txBox="1"/>
            <p:nvPr/>
          </p:nvSpPr>
          <p:spPr>
            <a:xfrm>
              <a:off x="536412" y="1421649"/>
              <a:ext cx="10250759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To make components reusable and dynamic.</a:t>
              </a:r>
            </a:p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/>
                <a:t>Instead of hardcoding values, we pass data via props.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211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9BCE-D15F-7A0E-C680-CAE261019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912DFF-2DA5-48F8-3734-3BD3D4A6A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4" t="20000" r="11210" b="12174"/>
          <a:stretch>
            <a:fillRect/>
          </a:stretch>
        </p:blipFill>
        <p:spPr>
          <a:xfrm>
            <a:off x="1179444" y="1570382"/>
            <a:ext cx="5612296" cy="46515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7587CC-9F5B-B4A4-F721-A511B210CBF7}"/>
              </a:ext>
            </a:extLst>
          </p:cNvPr>
          <p:cNvSpPr/>
          <p:nvPr/>
        </p:nvSpPr>
        <p:spPr>
          <a:xfrm>
            <a:off x="1059240" y="456475"/>
            <a:ext cx="6511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Basic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25764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C629-120B-9AB1-11E4-08B8E2E8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9FB0BC6-F229-85A6-15AF-70F5E5EC6114}"/>
              </a:ext>
            </a:extLst>
          </p:cNvPr>
          <p:cNvGrpSpPr/>
          <p:nvPr/>
        </p:nvGrpSpPr>
        <p:grpSpPr>
          <a:xfrm>
            <a:off x="955000" y="1161281"/>
            <a:ext cx="9005991" cy="4364875"/>
            <a:chOff x="961626" y="816725"/>
            <a:chExt cx="9005991" cy="43648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DEC69A3-C16E-38C7-AED3-F79E91E771AF}"/>
                </a:ext>
              </a:extLst>
            </p:cNvPr>
            <p:cNvSpPr/>
            <p:nvPr/>
          </p:nvSpPr>
          <p:spPr>
            <a:xfrm>
              <a:off x="961626" y="816725"/>
              <a:ext cx="9005991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Destructuring Props (Cleaner Way)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1F440C-4E2D-BD15-3CF7-309A86ABD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46" t="26932" r="11698" b="16693"/>
            <a:stretch>
              <a:fillRect/>
            </a:stretch>
          </p:blipFill>
          <p:spPr>
            <a:xfrm>
              <a:off x="1093305" y="1981200"/>
              <a:ext cx="5864087" cy="3200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807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E58D-0D39-24F3-DB71-1A7B77CFB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54C4048-EA17-3EBB-5265-6C7808065CCD}"/>
              </a:ext>
            </a:extLst>
          </p:cNvPr>
          <p:cNvGrpSpPr/>
          <p:nvPr/>
        </p:nvGrpSpPr>
        <p:grpSpPr>
          <a:xfrm>
            <a:off x="924237" y="1324564"/>
            <a:ext cx="9034772" cy="3821227"/>
            <a:chOff x="924237" y="1079399"/>
            <a:chExt cx="9034772" cy="382122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84274C-9770-D2A5-7275-4FD664277B9B}"/>
                </a:ext>
              </a:extLst>
            </p:cNvPr>
            <p:cNvSpPr/>
            <p:nvPr/>
          </p:nvSpPr>
          <p:spPr>
            <a:xfrm>
              <a:off x="924237" y="1079399"/>
              <a:ext cx="679384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Props Are Immutable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3E1CB72-E6EA-A034-A0F6-5ECA905FB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75" t="36724" r="10743" b="21756"/>
            <a:stretch>
              <a:fillRect/>
            </a:stretch>
          </p:blipFill>
          <p:spPr>
            <a:xfrm>
              <a:off x="1080051" y="3144713"/>
              <a:ext cx="7288695" cy="175591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039E3F2-BDB6-FDB7-786B-EF0910583590}"/>
                </a:ext>
              </a:extLst>
            </p:cNvPr>
            <p:cNvSpPr txBox="1"/>
            <p:nvPr/>
          </p:nvSpPr>
          <p:spPr>
            <a:xfrm>
              <a:off x="970620" y="2312111"/>
              <a:ext cx="8988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You cannot modify props inside a child component.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162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6BE31-0EDC-3EAD-712D-46303DAB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DD5BA3-7A3F-CED9-CBD5-15185E470577}"/>
              </a:ext>
            </a:extLst>
          </p:cNvPr>
          <p:cNvSpPr/>
          <p:nvPr/>
        </p:nvSpPr>
        <p:spPr>
          <a:xfrm>
            <a:off x="1756803" y="1975607"/>
            <a:ext cx="8678393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8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All Possibilities of Props in React</a:t>
            </a:r>
          </a:p>
        </p:txBody>
      </p:sp>
    </p:spTree>
    <p:extLst>
      <p:ext uri="{BB962C8B-B14F-4D97-AF65-F5344CB8AC3E}">
        <p14:creationId xmlns:p14="http://schemas.microsoft.com/office/powerpoint/2010/main" val="3355727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8967-532B-7CC3-CFA6-8EEF2E41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5EA91C2-62AF-E13D-C10D-6A59E8DE64E8}"/>
              </a:ext>
            </a:extLst>
          </p:cNvPr>
          <p:cNvGrpSpPr/>
          <p:nvPr/>
        </p:nvGrpSpPr>
        <p:grpSpPr>
          <a:xfrm>
            <a:off x="898998" y="919972"/>
            <a:ext cx="9903672" cy="5018056"/>
            <a:chOff x="1064650" y="642865"/>
            <a:chExt cx="9903672" cy="50180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78DE91-1255-D1FC-1032-9ABCE00C29CB}"/>
                </a:ext>
              </a:extLst>
            </p:cNvPr>
            <p:cNvSpPr/>
            <p:nvPr/>
          </p:nvSpPr>
          <p:spPr>
            <a:xfrm>
              <a:off x="1064650" y="642865"/>
              <a:ext cx="990367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1. Basic Props (Strings, Numbers, Booleans)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910409D-C2B2-4351-A0E4-1FCEF67A7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45" t="22671" r="8152" b="13619"/>
            <a:stretch>
              <a:fillRect/>
            </a:stretch>
          </p:blipFill>
          <p:spPr>
            <a:xfrm>
              <a:off x="1220071" y="1717553"/>
              <a:ext cx="9481060" cy="39433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808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1D7C-1C45-0B67-BD09-16A7FF45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9FB4EAD-E2B4-FFB0-41FA-57893650A0BD}"/>
              </a:ext>
            </a:extLst>
          </p:cNvPr>
          <p:cNvGrpSpPr/>
          <p:nvPr/>
        </p:nvGrpSpPr>
        <p:grpSpPr>
          <a:xfrm>
            <a:off x="899989" y="596347"/>
            <a:ext cx="6454968" cy="5665306"/>
            <a:chOff x="2980581" y="596347"/>
            <a:chExt cx="6454968" cy="566530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19FE08-5A44-A94B-7290-2C1837657746}"/>
                </a:ext>
              </a:extLst>
            </p:cNvPr>
            <p:cNvSpPr/>
            <p:nvPr/>
          </p:nvSpPr>
          <p:spPr>
            <a:xfrm>
              <a:off x="2980581" y="596347"/>
              <a:ext cx="4852610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2. Props as Objects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38AED19-F5AC-194D-52B2-2D318B540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46" t="20593" r="11196" b="12271"/>
            <a:stretch>
              <a:fillRect/>
            </a:stretch>
          </p:blipFill>
          <p:spPr>
            <a:xfrm>
              <a:off x="3074505" y="1657472"/>
              <a:ext cx="6361044" cy="46041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7011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5581-8EA8-1485-6D06-142C4168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E59182E-7BBE-884D-EC6C-D1669702CC56}"/>
              </a:ext>
            </a:extLst>
          </p:cNvPr>
          <p:cNvGrpSpPr/>
          <p:nvPr/>
        </p:nvGrpSpPr>
        <p:grpSpPr>
          <a:xfrm>
            <a:off x="849380" y="629545"/>
            <a:ext cx="7817542" cy="5598909"/>
            <a:chOff x="942145" y="410952"/>
            <a:chExt cx="7817542" cy="559890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1A9420-3AD3-A877-6203-418257929E06}"/>
                </a:ext>
              </a:extLst>
            </p:cNvPr>
            <p:cNvSpPr/>
            <p:nvPr/>
          </p:nvSpPr>
          <p:spPr>
            <a:xfrm>
              <a:off x="942145" y="410952"/>
              <a:ext cx="4649030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3. Props as Arrays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A68FB68-1FAA-039A-4D03-9B2D60576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42" t="20822" r="9756" b="12414"/>
            <a:stretch>
              <a:fillRect/>
            </a:stretch>
          </p:blipFill>
          <p:spPr>
            <a:xfrm>
              <a:off x="1053548" y="1431234"/>
              <a:ext cx="7706139" cy="45786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893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0504-DB69-E157-7AC8-56904EB8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0559B47-072C-3C85-5A36-41F9665A2401}"/>
              </a:ext>
            </a:extLst>
          </p:cNvPr>
          <p:cNvGrpSpPr/>
          <p:nvPr/>
        </p:nvGrpSpPr>
        <p:grpSpPr>
          <a:xfrm>
            <a:off x="840054" y="957902"/>
            <a:ext cx="9796272" cy="4942196"/>
            <a:chOff x="667776" y="646909"/>
            <a:chExt cx="9796272" cy="49421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95CF221-F8D5-58DD-36C0-749361B5677D}"/>
                </a:ext>
              </a:extLst>
            </p:cNvPr>
            <p:cNvSpPr/>
            <p:nvPr/>
          </p:nvSpPr>
          <p:spPr>
            <a:xfrm>
              <a:off x="667776" y="646909"/>
              <a:ext cx="979627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4. Props as Functions (Callback Functions)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D377D1-AC4F-E53E-0866-9A53DE952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53" t="27181" r="9587" b="17027"/>
            <a:stretch>
              <a:fillRect/>
            </a:stretch>
          </p:blipFill>
          <p:spPr>
            <a:xfrm>
              <a:off x="808382" y="2421835"/>
              <a:ext cx="8183218" cy="316727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AFF92AE-9EE5-CD2F-7098-550797E310DF}"/>
                </a:ext>
              </a:extLst>
            </p:cNvPr>
            <p:cNvSpPr txBox="1"/>
            <p:nvPr/>
          </p:nvSpPr>
          <p:spPr>
            <a:xfrm>
              <a:off x="725455" y="1626705"/>
              <a:ext cx="8988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Used for event handling or passing logic.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607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06B8A-6A98-86E2-32CC-58E82873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471FF81-91C9-4A31-0566-52F4C9D4B6D4}"/>
              </a:ext>
            </a:extLst>
          </p:cNvPr>
          <p:cNvGrpSpPr/>
          <p:nvPr/>
        </p:nvGrpSpPr>
        <p:grpSpPr>
          <a:xfrm>
            <a:off x="1142898" y="1166258"/>
            <a:ext cx="8988389" cy="4525484"/>
            <a:chOff x="1010376" y="642864"/>
            <a:chExt cx="8988389" cy="45254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84FE56-A646-DCB0-E129-0A29DFEEC838}"/>
                </a:ext>
              </a:extLst>
            </p:cNvPr>
            <p:cNvSpPr/>
            <p:nvPr/>
          </p:nvSpPr>
          <p:spPr>
            <a:xfrm>
              <a:off x="1010376" y="642864"/>
              <a:ext cx="6178293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5. Props as JSX Elements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4D00F7-44B9-717C-8219-33FC0B561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93" t="28993" r="9652" b="17274"/>
            <a:stretch>
              <a:fillRect/>
            </a:stretch>
          </p:blipFill>
          <p:spPr>
            <a:xfrm>
              <a:off x="1119809" y="2312503"/>
              <a:ext cx="7666384" cy="285584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84AD4E-3FF6-7921-5BF8-44F3DC4D5222}"/>
                </a:ext>
              </a:extLst>
            </p:cNvPr>
            <p:cNvSpPr txBox="1"/>
            <p:nvPr/>
          </p:nvSpPr>
          <p:spPr>
            <a:xfrm>
              <a:off x="1010376" y="1600794"/>
              <a:ext cx="89883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Passing React elements.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81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182F6-DC5E-4F6D-752D-CD4F09C5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76C132-7709-DB2A-A8A3-D2358DBC00DD}"/>
              </a:ext>
            </a:extLst>
          </p:cNvPr>
          <p:cNvGrpSpPr/>
          <p:nvPr/>
        </p:nvGrpSpPr>
        <p:grpSpPr>
          <a:xfrm>
            <a:off x="523423" y="437540"/>
            <a:ext cx="9011517" cy="5982919"/>
            <a:chOff x="536675" y="446003"/>
            <a:chExt cx="9011517" cy="59829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72B9E0-3469-93A1-1A28-901E3E400DC7}"/>
                </a:ext>
              </a:extLst>
            </p:cNvPr>
            <p:cNvSpPr/>
            <p:nvPr/>
          </p:nvSpPr>
          <p:spPr>
            <a:xfrm>
              <a:off x="536675" y="446003"/>
              <a:ext cx="8053807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0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6. Props as Children (Special Prop)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CEDF57-06C1-C779-A495-50EC85476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31" t="16522" r="10473" b="10145"/>
            <a:stretch>
              <a:fillRect/>
            </a:stretch>
          </p:blipFill>
          <p:spPr>
            <a:xfrm>
              <a:off x="695738" y="1894924"/>
              <a:ext cx="4671391" cy="453399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EB5A60-83C3-4FF0-3709-08A36B1BF9A7}"/>
                </a:ext>
              </a:extLst>
            </p:cNvPr>
            <p:cNvSpPr txBox="1"/>
            <p:nvPr/>
          </p:nvSpPr>
          <p:spPr>
            <a:xfrm>
              <a:off x="596310" y="1249545"/>
              <a:ext cx="89518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400" dirty="0">
                  <a:latin typeface="Book Antiqua" panose="02040602050305030304" pitchFamily="18" charset="0"/>
                </a:rPr>
                <a:t>Anything between component tags becomes </a:t>
              </a:r>
              <a:r>
                <a:rPr lang="en-US" sz="2400" dirty="0" err="1">
                  <a:latin typeface="Book Antiqua" panose="02040602050305030304" pitchFamily="18" charset="0"/>
                </a:rPr>
                <a:t>props.children</a:t>
              </a:r>
              <a:r>
                <a:rPr lang="en-US" sz="2400" dirty="0">
                  <a:latin typeface="Book Antiqua" panose="02040602050305030304" pitchFamily="18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807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8681-F18E-8DD9-0C33-6133A925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6C8DCB-3CFA-6B1B-93E7-F77738C47303}"/>
              </a:ext>
            </a:extLst>
          </p:cNvPr>
          <p:cNvGrpSpPr/>
          <p:nvPr/>
        </p:nvGrpSpPr>
        <p:grpSpPr>
          <a:xfrm>
            <a:off x="970620" y="1064344"/>
            <a:ext cx="10250759" cy="4729311"/>
            <a:chOff x="1015532" y="836603"/>
            <a:chExt cx="10250759" cy="47293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2B5C82-4D93-7954-0B79-DEF910076B83}"/>
                </a:ext>
              </a:extLst>
            </p:cNvPr>
            <p:cNvSpPr/>
            <p:nvPr/>
          </p:nvSpPr>
          <p:spPr>
            <a:xfrm>
              <a:off x="1015532" y="836603"/>
              <a:ext cx="4445448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5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Default Props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FD0C0E-5F18-8781-FA4E-D578CA185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16" t="29742" r="12411" b="17275"/>
            <a:stretch>
              <a:fillRect/>
            </a:stretch>
          </p:blipFill>
          <p:spPr>
            <a:xfrm>
              <a:off x="1101672" y="2749827"/>
              <a:ext cx="5405145" cy="281608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873FFD-0044-2C80-F58F-601A1294575F}"/>
                </a:ext>
              </a:extLst>
            </p:cNvPr>
            <p:cNvSpPr txBox="1"/>
            <p:nvPr/>
          </p:nvSpPr>
          <p:spPr>
            <a:xfrm>
              <a:off x="1015532" y="1893088"/>
              <a:ext cx="102507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You can define default values if a prop is not passed.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1346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14AA-B486-3095-8A51-565555C7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607C4FD-E484-C054-9808-E3FA824B45F6}"/>
              </a:ext>
            </a:extLst>
          </p:cNvPr>
          <p:cNvGrpSpPr/>
          <p:nvPr/>
        </p:nvGrpSpPr>
        <p:grpSpPr>
          <a:xfrm>
            <a:off x="905454" y="815142"/>
            <a:ext cx="7412607" cy="4922821"/>
            <a:chOff x="613906" y="457334"/>
            <a:chExt cx="7412607" cy="49228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5E3A85-539B-EEF2-A393-FE2AC8F442E2}"/>
                </a:ext>
              </a:extLst>
            </p:cNvPr>
            <p:cNvSpPr/>
            <p:nvPr/>
          </p:nvSpPr>
          <p:spPr>
            <a:xfrm>
              <a:off x="613906" y="457334"/>
              <a:ext cx="7412607" cy="76944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pPr algn="ctr"/>
              <a:r>
                <a:rPr lang="en-US" sz="4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9. Spread Operator for Props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F3CC0F3-55EF-6B10-7F2B-6F58BC45C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13" t="27544" r="11525" b="16197"/>
            <a:stretch>
              <a:fillRect/>
            </a:stretch>
          </p:blipFill>
          <p:spPr>
            <a:xfrm>
              <a:off x="735495" y="2186381"/>
              <a:ext cx="6546574" cy="319377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2A1843-6A0B-DA59-BAD3-BDF8612DC929}"/>
                </a:ext>
              </a:extLst>
            </p:cNvPr>
            <p:cNvSpPr txBox="1"/>
            <p:nvPr/>
          </p:nvSpPr>
          <p:spPr>
            <a:xfrm>
              <a:off x="665820" y="1444968"/>
              <a:ext cx="44495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800"/>
                </a:spcBef>
                <a:spcAft>
                  <a:spcPts val="1200"/>
                </a:spcAft>
                <a:buFont typeface="Wingdings" panose="05000000000000000000" pitchFamily="2" charset="2"/>
                <a:buChar char="q"/>
              </a:pPr>
              <a:r>
                <a:rPr lang="en-US" sz="2800" dirty="0">
                  <a:latin typeface="Book Antiqua" panose="02040602050305030304" pitchFamily="18" charset="0"/>
                </a:rPr>
                <a:t>Pass all props at once.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2113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777F-5C6E-BDEE-4402-C8D995F19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ACAFF1-F3A2-5068-6231-ABBA9C8BF377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046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387</TotalTime>
  <Words>183</Words>
  <Application>Microsoft Office PowerPoint</Application>
  <PresentationFormat>Widescreen</PresentationFormat>
  <Paragraphs>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Berlin Sans FB Demi</vt:lpstr>
      <vt:lpstr>Book Antiqua</vt:lpstr>
      <vt:lpstr>Calisto MT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98</cp:revision>
  <dcterms:created xsi:type="dcterms:W3CDTF">2025-07-03T20:58:50Z</dcterms:created>
  <dcterms:modified xsi:type="dcterms:W3CDTF">2025-09-28T11:41:47Z</dcterms:modified>
</cp:coreProperties>
</file>