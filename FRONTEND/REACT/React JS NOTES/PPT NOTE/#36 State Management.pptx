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6" r:id="rId2"/>
    <p:sldId id="484" r:id="rId3"/>
    <p:sldId id="504" r:id="rId4"/>
    <p:sldId id="519" r:id="rId5"/>
    <p:sldId id="31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D129D4-5EE1-4F6E-B876-EFE63D6234B9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D0A950C-DA52-48C8-9822-122A55E4DA6A}">
      <dgm:prSet phldrT="[Text]"/>
      <dgm:spPr/>
      <dgm:t>
        <a:bodyPr/>
        <a:lstStyle/>
        <a:p>
          <a:r>
            <a:rPr lang="en-US" dirty="0"/>
            <a:t>App</a:t>
          </a:r>
          <a:endParaRPr lang="en-IN" dirty="0"/>
        </a:p>
      </dgm:t>
    </dgm:pt>
    <dgm:pt modelId="{ADADFF21-9047-465F-87AC-5C690EEE7FAF}" type="parTrans" cxnId="{8BB980D3-A438-49B4-954D-2937E3AE92CE}">
      <dgm:prSet/>
      <dgm:spPr/>
      <dgm:t>
        <a:bodyPr/>
        <a:lstStyle/>
        <a:p>
          <a:endParaRPr lang="en-IN"/>
        </a:p>
      </dgm:t>
    </dgm:pt>
    <dgm:pt modelId="{CFC3FF99-0DB0-4B13-9F9A-BF58B528B0CC}" type="sibTrans" cxnId="{8BB980D3-A438-49B4-954D-2937E3AE92CE}">
      <dgm:prSet/>
      <dgm:spPr/>
      <dgm:t>
        <a:bodyPr/>
        <a:lstStyle/>
        <a:p>
          <a:endParaRPr lang="en-IN"/>
        </a:p>
      </dgm:t>
    </dgm:pt>
    <dgm:pt modelId="{0645BBAA-C68C-4C8D-AAC9-569B419DB6E6}">
      <dgm:prSet phldrT="[Text]"/>
      <dgm:spPr/>
      <dgm:t>
        <a:bodyPr/>
        <a:lstStyle/>
        <a:p>
          <a:r>
            <a:rPr lang="en-US" dirty="0"/>
            <a:t>Cart</a:t>
          </a:r>
          <a:endParaRPr lang="en-IN" dirty="0"/>
        </a:p>
      </dgm:t>
    </dgm:pt>
    <dgm:pt modelId="{9C31968F-2AFA-4429-B56D-592BAF8913A5}" type="parTrans" cxnId="{2E3F60EA-A060-4627-BD8F-18C581E68F3A}">
      <dgm:prSet/>
      <dgm:spPr/>
      <dgm:t>
        <a:bodyPr/>
        <a:lstStyle/>
        <a:p>
          <a:endParaRPr lang="en-IN"/>
        </a:p>
      </dgm:t>
    </dgm:pt>
    <dgm:pt modelId="{C8B77D4B-1C74-4DC1-A45D-4DF24FAAFB5D}" type="sibTrans" cxnId="{2E3F60EA-A060-4627-BD8F-18C581E68F3A}">
      <dgm:prSet/>
      <dgm:spPr/>
      <dgm:t>
        <a:bodyPr/>
        <a:lstStyle/>
        <a:p>
          <a:endParaRPr lang="en-IN"/>
        </a:p>
      </dgm:t>
    </dgm:pt>
    <dgm:pt modelId="{CE96F564-A668-440D-83D5-3570DD903CB0}">
      <dgm:prSet phldrT="[Text]"/>
      <dgm:spPr/>
      <dgm:t>
        <a:bodyPr/>
        <a:lstStyle/>
        <a:p>
          <a:r>
            <a:rPr lang="en-US" dirty="0"/>
            <a:t>Item</a:t>
          </a:r>
          <a:endParaRPr lang="en-IN" dirty="0"/>
        </a:p>
      </dgm:t>
    </dgm:pt>
    <dgm:pt modelId="{3379373E-6C07-4ACF-B225-5CDE228F08D9}" type="parTrans" cxnId="{088A89F6-91A6-4A28-9075-C586066CACF5}">
      <dgm:prSet/>
      <dgm:spPr/>
      <dgm:t>
        <a:bodyPr/>
        <a:lstStyle/>
        <a:p>
          <a:endParaRPr lang="en-IN"/>
        </a:p>
      </dgm:t>
    </dgm:pt>
    <dgm:pt modelId="{5B07A2F8-B085-4C83-AF55-7C34B69AB930}" type="sibTrans" cxnId="{088A89F6-91A6-4A28-9075-C586066CACF5}">
      <dgm:prSet/>
      <dgm:spPr/>
      <dgm:t>
        <a:bodyPr/>
        <a:lstStyle/>
        <a:p>
          <a:endParaRPr lang="en-IN"/>
        </a:p>
      </dgm:t>
    </dgm:pt>
    <dgm:pt modelId="{2D4774EE-2C72-4462-84E1-E553C7038EBD}">
      <dgm:prSet phldrT="[Text]"/>
      <dgm:spPr/>
      <dgm:t>
        <a:bodyPr/>
        <a:lstStyle/>
        <a:p>
          <a:r>
            <a:rPr lang="en-US" dirty="0"/>
            <a:t>Buy Now</a:t>
          </a:r>
          <a:endParaRPr lang="en-IN" dirty="0"/>
        </a:p>
      </dgm:t>
    </dgm:pt>
    <dgm:pt modelId="{89521619-079D-4B74-981D-B64DAC83C091}" type="parTrans" cxnId="{14DE82A7-E507-452A-9857-31D859C1146F}">
      <dgm:prSet/>
      <dgm:spPr/>
      <dgm:t>
        <a:bodyPr/>
        <a:lstStyle/>
        <a:p>
          <a:endParaRPr lang="en-IN"/>
        </a:p>
      </dgm:t>
    </dgm:pt>
    <dgm:pt modelId="{EF22DDAC-D3BA-46D6-82E1-97E78983BE57}" type="sibTrans" cxnId="{14DE82A7-E507-452A-9857-31D859C1146F}">
      <dgm:prSet/>
      <dgm:spPr/>
      <dgm:t>
        <a:bodyPr/>
        <a:lstStyle/>
        <a:p>
          <a:endParaRPr lang="en-IN"/>
        </a:p>
      </dgm:t>
    </dgm:pt>
    <dgm:pt modelId="{74A3F625-2902-4D29-910B-3B8A601FEC82}">
      <dgm:prSet phldrT="[Text]"/>
      <dgm:spPr/>
      <dgm:t>
        <a:bodyPr/>
        <a:lstStyle/>
        <a:p>
          <a:r>
            <a:rPr lang="en-US" dirty="0"/>
            <a:t>Product</a:t>
          </a:r>
          <a:endParaRPr lang="en-IN" dirty="0"/>
        </a:p>
      </dgm:t>
    </dgm:pt>
    <dgm:pt modelId="{CA76ACD9-280B-4EC7-8417-627FF88BBA1B}" type="parTrans" cxnId="{8DAC3EC9-6B17-4F7B-B4AA-34F22C463025}">
      <dgm:prSet/>
      <dgm:spPr/>
      <dgm:t>
        <a:bodyPr/>
        <a:lstStyle/>
        <a:p>
          <a:endParaRPr lang="en-IN"/>
        </a:p>
      </dgm:t>
    </dgm:pt>
    <dgm:pt modelId="{FA967108-04C8-4698-85E4-721765C70BAF}" type="sibTrans" cxnId="{8DAC3EC9-6B17-4F7B-B4AA-34F22C463025}">
      <dgm:prSet/>
      <dgm:spPr/>
      <dgm:t>
        <a:bodyPr/>
        <a:lstStyle/>
        <a:p>
          <a:endParaRPr lang="en-IN"/>
        </a:p>
      </dgm:t>
    </dgm:pt>
    <dgm:pt modelId="{389F91D6-A877-4B96-8726-806879723936}">
      <dgm:prSet phldrT="[Text]"/>
      <dgm:spPr/>
      <dgm:t>
        <a:bodyPr/>
        <a:lstStyle/>
        <a:p>
          <a:r>
            <a:rPr lang="en-US" dirty="0" err="1"/>
            <a:t>ProductCard</a:t>
          </a:r>
          <a:endParaRPr lang="en-IN" dirty="0"/>
        </a:p>
      </dgm:t>
    </dgm:pt>
    <dgm:pt modelId="{B5755713-930A-4C27-94A3-0B1E0EBB1FAE}" type="parTrans" cxnId="{4CBA5AF2-C590-4543-A21A-E6F41DC16451}">
      <dgm:prSet/>
      <dgm:spPr/>
      <dgm:t>
        <a:bodyPr/>
        <a:lstStyle/>
        <a:p>
          <a:endParaRPr lang="en-IN"/>
        </a:p>
      </dgm:t>
    </dgm:pt>
    <dgm:pt modelId="{8396216D-CB5F-4368-8201-6BB90108018E}" type="sibTrans" cxnId="{4CBA5AF2-C590-4543-A21A-E6F41DC16451}">
      <dgm:prSet/>
      <dgm:spPr/>
      <dgm:t>
        <a:bodyPr/>
        <a:lstStyle/>
        <a:p>
          <a:endParaRPr lang="en-IN"/>
        </a:p>
      </dgm:t>
    </dgm:pt>
    <dgm:pt modelId="{F4169F7C-4F62-4481-B04F-95D3B9FDF38D}" type="pres">
      <dgm:prSet presAssocID="{7ED129D4-5EE1-4F6E-B876-EFE63D6234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F5F27B-E595-4175-B1B1-A36611F7FB66}" type="pres">
      <dgm:prSet presAssocID="{3D0A950C-DA52-48C8-9822-122A55E4DA6A}" presName="hierRoot1" presStyleCnt="0"/>
      <dgm:spPr/>
    </dgm:pt>
    <dgm:pt modelId="{38DF86EE-F071-44A5-981C-D5F355DDDEC6}" type="pres">
      <dgm:prSet presAssocID="{3D0A950C-DA52-48C8-9822-122A55E4DA6A}" presName="composite" presStyleCnt="0"/>
      <dgm:spPr/>
    </dgm:pt>
    <dgm:pt modelId="{AE7E18BA-D114-47C5-B4E8-7C4678869364}" type="pres">
      <dgm:prSet presAssocID="{3D0A950C-DA52-48C8-9822-122A55E4DA6A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5DB5BCF6-DDEE-405D-B66A-7BAE156F6159}" type="pres">
      <dgm:prSet presAssocID="{3D0A950C-DA52-48C8-9822-122A55E4DA6A}" presName="text" presStyleLbl="revTx" presStyleIdx="0" presStyleCnt="6">
        <dgm:presLayoutVars>
          <dgm:chPref val="3"/>
        </dgm:presLayoutVars>
      </dgm:prSet>
      <dgm:spPr/>
    </dgm:pt>
    <dgm:pt modelId="{749096BA-945C-4F94-9431-F282C3EFCEE1}" type="pres">
      <dgm:prSet presAssocID="{3D0A950C-DA52-48C8-9822-122A55E4DA6A}" presName="hierChild2" presStyleCnt="0"/>
      <dgm:spPr/>
    </dgm:pt>
    <dgm:pt modelId="{21D72D58-7EE3-49E4-B9E3-3B49AC7B471B}" type="pres">
      <dgm:prSet presAssocID="{9C31968F-2AFA-4429-B56D-592BAF8913A5}" presName="Name10" presStyleLbl="parChTrans1D2" presStyleIdx="0" presStyleCnt="2"/>
      <dgm:spPr/>
    </dgm:pt>
    <dgm:pt modelId="{2553BB2F-FBEC-43AB-AD42-E4F57CC5CD2C}" type="pres">
      <dgm:prSet presAssocID="{0645BBAA-C68C-4C8D-AAC9-569B419DB6E6}" presName="hierRoot2" presStyleCnt="0"/>
      <dgm:spPr/>
    </dgm:pt>
    <dgm:pt modelId="{D5797686-B017-482D-A1FB-47A24E4A694D}" type="pres">
      <dgm:prSet presAssocID="{0645BBAA-C68C-4C8D-AAC9-569B419DB6E6}" presName="composite2" presStyleCnt="0"/>
      <dgm:spPr/>
    </dgm:pt>
    <dgm:pt modelId="{9953A198-5A84-46CC-A35A-D813F33E6641}" type="pres">
      <dgm:prSet presAssocID="{0645BBAA-C68C-4C8D-AAC9-569B419DB6E6}" presName="image2" presStyleLbl="node2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0AF0914-C646-4271-935D-D92D132DB4BD}" type="pres">
      <dgm:prSet presAssocID="{0645BBAA-C68C-4C8D-AAC9-569B419DB6E6}" presName="text2" presStyleLbl="revTx" presStyleIdx="1" presStyleCnt="6">
        <dgm:presLayoutVars>
          <dgm:chPref val="3"/>
        </dgm:presLayoutVars>
      </dgm:prSet>
      <dgm:spPr/>
    </dgm:pt>
    <dgm:pt modelId="{915397A3-B363-4205-A9E5-814D79E30803}" type="pres">
      <dgm:prSet presAssocID="{0645BBAA-C68C-4C8D-AAC9-569B419DB6E6}" presName="hierChild3" presStyleCnt="0"/>
      <dgm:spPr/>
    </dgm:pt>
    <dgm:pt modelId="{76BB465B-F4A9-462E-9EBE-646F7EB56696}" type="pres">
      <dgm:prSet presAssocID="{3379373E-6C07-4ACF-B225-5CDE228F08D9}" presName="Name17" presStyleLbl="parChTrans1D3" presStyleIdx="0" presStyleCnt="3"/>
      <dgm:spPr/>
    </dgm:pt>
    <dgm:pt modelId="{AC772AD4-6961-44DA-A653-0271C17686C3}" type="pres">
      <dgm:prSet presAssocID="{CE96F564-A668-440D-83D5-3570DD903CB0}" presName="hierRoot3" presStyleCnt="0"/>
      <dgm:spPr/>
    </dgm:pt>
    <dgm:pt modelId="{D1E4F960-5580-49FA-B35A-0B1C4EA6A8F6}" type="pres">
      <dgm:prSet presAssocID="{CE96F564-A668-440D-83D5-3570DD903CB0}" presName="composite3" presStyleCnt="0"/>
      <dgm:spPr/>
    </dgm:pt>
    <dgm:pt modelId="{058E418A-E580-43CB-9F67-5C9298250184}" type="pres">
      <dgm:prSet presAssocID="{CE96F564-A668-440D-83D5-3570DD903CB0}" presName="image3" presStyleLbl="node3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F2B6E945-667F-422B-8C81-3BC556EFBFF5}" type="pres">
      <dgm:prSet presAssocID="{CE96F564-A668-440D-83D5-3570DD903CB0}" presName="text3" presStyleLbl="revTx" presStyleIdx="2" presStyleCnt="6">
        <dgm:presLayoutVars>
          <dgm:chPref val="3"/>
        </dgm:presLayoutVars>
      </dgm:prSet>
      <dgm:spPr/>
    </dgm:pt>
    <dgm:pt modelId="{DAC8BFDD-08AB-4191-811E-5C1C29DFF19A}" type="pres">
      <dgm:prSet presAssocID="{CE96F564-A668-440D-83D5-3570DD903CB0}" presName="hierChild4" presStyleCnt="0"/>
      <dgm:spPr/>
    </dgm:pt>
    <dgm:pt modelId="{0859F20A-DD4E-480A-BBDC-C8B03C424917}" type="pres">
      <dgm:prSet presAssocID="{89521619-079D-4B74-981D-B64DAC83C091}" presName="Name17" presStyleLbl="parChTrans1D3" presStyleIdx="1" presStyleCnt="3"/>
      <dgm:spPr/>
    </dgm:pt>
    <dgm:pt modelId="{4845A2CA-699A-4547-A421-F98B7F0FA7FF}" type="pres">
      <dgm:prSet presAssocID="{2D4774EE-2C72-4462-84E1-E553C7038EBD}" presName="hierRoot3" presStyleCnt="0"/>
      <dgm:spPr/>
    </dgm:pt>
    <dgm:pt modelId="{FD357C9A-8449-4DA5-9C17-9C5A3C68563C}" type="pres">
      <dgm:prSet presAssocID="{2D4774EE-2C72-4462-84E1-E553C7038EBD}" presName="composite3" presStyleCnt="0"/>
      <dgm:spPr/>
    </dgm:pt>
    <dgm:pt modelId="{6783E2E3-A8A7-4B66-A3FC-F1B20D9CC1AD}" type="pres">
      <dgm:prSet presAssocID="{2D4774EE-2C72-4462-84E1-E553C7038EBD}" presName="image3" presStyleLbl="node3" presStyleIdx="1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6D1454C-4EEA-43AE-8B87-AE8DDA332A64}" type="pres">
      <dgm:prSet presAssocID="{2D4774EE-2C72-4462-84E1-E553C7038EBD}" presName="text3" presStyleLbl="revTx" presStyleIdx="3" presStyleCnt="6">
        <dgm:presLayoutVars>
          <dgm:chPref val="3"/>
        </dgm:presLayoutVars>
      </dgm:prSet>
      <dgm:spPr/>
    </dgm:pt>
    <dgm:pt modelId="{CBA9ACD4-5E70-45EE-AEE0-9D060E6EC17E}" type="pres">
      <dgm:prSet presAssocID="{2D4774EE-2C72-4462-84E1-E553C7038EBD}" presName="hierChild4" presStyleCnt="0"/>
      <dgm:spPr/>
    </dgm:pt>
    <dgm:pt modelId="{782F52CA-274F-490E-A161-49CE1D62CE77}" type="pres">
      <dgm:prSet presAssocID="{CA76ACD9-280B-4EC7-8417-627FF88BBA1B}" presName="Name10" presStyleLbl="parChTrans1D2" presStyleIdx="1" presStyleCnt="2"/>
      <dgm:spPr/>
    </dgm:pt>
    <dgm:pt modelId="{ED77BD96-5F01-44AD-8351-030903CFB663}" type="pres">
      <dgm:prSet presAssocID="{74A3F625-2902-4D29-910B-3B8A601FEC82}" presName="hierRoot2" presStyleCnt="0"/>
      <dgm:spPr/>
    </dgm:pt>
    <dgm:pt modelId="{EA840230-F6FC-4AA7-8B7D-A7B5D28A93E8}" type="pres">
      <dgm:prSet presAssocID="{74A3F625-2902-4D29-910B-3B8A601FEC82}" presName="composite2" presStyleCnt="0"/>
      <dgm:spPr/>
    </dgm:pt>
    <dgm:pt modelId="{2EF53F2A-77CF-4B3D-9686-EE1C34393B0B}" type="pres">
      <dgm:prSet presAssocID="{74A3F625-2902-4D29-910B-3B8A601FEC82}" presName="image2" presStyleLbl="node2" presStyleIdx="1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4B4A87D0-B695-4484-BE5C-87DFF89CFF4E}" type="pres">
      <dgm:prSet presAssocID="{74A3F625-2902-4D29-910B-3B8A601FEC82}" presName="text2" presStyleLbl="revTx" presStyleIdx="4" presStyleCnt="6">
        <dgm:presLayoutVars>
          <dgm:chPref val="3"/>
        </dgm:presLayoutVars>
      </dgm:prSet>
      <dgm:spPr/>
    </dgm:pt>
    <dgm:pt modelId="{7F4F2216-1C92-4E61-92A9-5C77A72DCD05}" type="pres">
      <dgm:prSet presAssocID="{74A3F625-2902-4D29-910B-3B8A601FEC82}" presName="hierChild3" presStyleCnt="0"/>
      <dgm:spPr/>
    </dgm:pt>
    <dgm:pt modelId="{148FE01E-398F-4815-82BA-BF4A5EB21452}" type="pres">
      <dgm:prSet presAssocID="{B5755713-930A-4C27-94A3-0B1E0EBB1FAE}" presName="Name17" presStyleLbl="parChTrans1D3" presStyleIdx="2" presStyleCnt="3"/>
      <dgm:spPr/>
    </dgm:pt>
    <dgm:pt modelId="{6A3F1CC4-B809-4A9A-99D5-C3E4105C4430}" type="pres">
      <dgm:prSet presAssocID="{389F91D6-A877-4B96-8726-806879723936}" presName="hierRoot3" presStyleCnt="0"/>
      <dgm:spPr/>
    </dgm:pt>
    <dgm:pt modelId="{66A5FC0A-5F9E-4A85-9ACC-B1E599B51FCE}" type="pres">
      <dgm:prSet presAssocID="{389F91D6-A877-4B96-8726-806879723936}" presName="composite3" presStyleCnt="0"/>
      <dgm:spPr/>
    </dgm:pt>
    <dgm:pt modelId="{10D9BA49-6001-4C84-8C13-268BD3A4333A}" type="pres">
      <dgm:prSet presAssocID="{389F91D6-A877-4B96-8726-806879723936}" presName="image3" presStyleLbl="node3" presStyleIdx="2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6F9841AB-8C5A-484A-9C70-1A1D5921DA38}" type="pres">
      <dgm:prSet presAssocID="{389F91D6-A877-4B96-8726-806879723936}" presName="text3" presStyleLbl="revTx" presStyleIdx="5" presStyleCnt="6">
        <dgm:presLayoutVars>
          <dgm:chPref val="3"/>
        </dgm:presLayoutVars>
      </dgm:prSet>
      <dgm:spPr/>
    </dgm:pt>
    <dgm:pt modelId="{4DE8BB24-254A-4121-A9BA-E9FA7DD7F440}" type="pres">
      <dgm:prSet presAssocID="{389F91D6-A877-4B96-8726-806879723936}" presName="hierChild4" presStyleCnt="0"/>
      <dgm:spPr/>
    </dgm:pt>
  </dgm:ptLst>
  <dgm:cxnLst>
    <dgm:cxn modelId="{C6475200-C7AC-4A85-80EA-E5CD2FB8FDCD}" type="presOf" srcId="{389F91D6-A877-4B96-8726-806879723936}" destId="{6F9841AB-8C5A-484A-9C70-1A1D5921DA38}" srcOrd="0" destOrd="0" presId="urn:microsoft.com/office/officeart/2009/layout/CirclePictureHierarchy"/>
    <dgm:cxn modelId="{72FAF82B-28E2-4AED-8642-6723E7EB9510}" type="presOf" srcId="{74A3F625-2902-4D29-910B-3B8A601FEC82}" destId="{4B4A87D0-B695-4484-BE5C-87DFF89CFF4E}" srcOrd="0" destOrd="0" presId="urn:microsoft.com/office/officeart/2009/layout/CirclePictureHierarchy"/>
    <dgm:cxn modelId="{1C76225B-301B-4818-8AEE-468877B2BEAF}" type="presOf" srcId="{89521619-079D-4B74-981D-B64DAC83C091}" destId="{0859F20A-DD4E-480A-BBDC-C8B03C424917}" srcOrd="0" destOrd="0" presId="urn:microsoft.com/office/officeart/2009/layout/CirclePictureHierarchy"/>
    <dgm:cxn modelId="{B95EA348-3DB1-43B3-9173-A42064B1B5E1}" type="presOf" srcId="{CE96F564-A668-440D-83D5-3570DD903CB0}" destId="{F2B6E945-667F-422B-8C81-3BC556EFBFF5}" srcOrd="0" destOrd="0" presId="urn:microsoft.com/office/officeart/2009/layout/CirclePictureHierarchy"/>
    <dgm:cxn modelId="{275BDA6C-8E60-47AD-900B-30EF44ADECB6}" type="presOf" srcId="{3D0A950C-DA52-48C8-9822-122A55E4DA6A}" destId="{5DB5BCF6-DDEE-405D-B66A-7BAE156F6159}" srcOrd="0" destOrd="0" presId="urn:microsoft.com/office/officeart/2009/layout/CirclePictureHierarchy"/>
    <dgm:cxn modelId="{CFB21D5A-2032-4E00-A65A-B9FFB25B63EC}" type="presOf" srcId="{2D4774EE-2C72-4462-84E1-E553C7038EBD}" destId="{76D1454C-4EEA-43AE-8B87-AE8DDA332A64}" srcOrd="0" destOrd="0" presId="urn:microsoft.com/office/officeart/2009/layout/CirclePictureHierarchy"/>
    <dgm:cxn modelId="{BEDC0F98-3AF2-46A8-B467-175B9D1B0D07}" type="presOf" srcId="{3379373E-6C07-4ACF-B225-5CDE228F08D9}" destId="{76BB465B-F4A9-462E-9EBE-646F7EB56696}" srcOrd="0" destOrd="0" presId="urn:microsoft.com/office/officeart/2009/layout/CirclePictureHierarchy"/>
    <dgm:cxn modelId="{14DE82A7-E507-452A-9857-31D859C1146F}" srcId="{0645BBAA-C68C-4C8D-AAC9-569B419DB6E6}" destId="{2D4774EE-2C72-4462-84E1-E553C7038EBD}" srcOrd="1" destOrd="0" parTransId="{89521619-079D-4B74-981D-B64DAC83C091}" sibTransId="{EF22DDAC-D3BA-46D6-82E1-97E78983BE57}"/>
    <dgm:cxn modelId="{8DAC3EC9-6B17-4F7B-B4AA-34F22C463025}" srcId="{3D0A950C-DA52-48C8-9822-122A55E4DA6A}" destId="{74A3F625-2902-4D29-910B-3B8A601FEC82}" srcOrd="1" destOrd="0" parTransId="{CA76ACD9-280B-4EC7-8417-627FF88BBA1B}" sibTransId="{FA967108-04C8-4698-85E4-721765C70BAF}"/>
    <dgm:cxn modelId="{7D680DD1-1A0A-434E-87F5-A2FCD0F40195}" type="presOf" srcId="{B5755713-930A-4C27-94A3-0B1E0EBB1FAE}" destId="{148FE01E-398F-4815-82BA-BF4A5EB21452}" srcOrd="0" destOrd="0" presId="urn:microsoft.com/office/officeart/2009/layout/CirclePictureHierarchy"/>
    <dgm:cxn modelId="{E1B983D1-1B3D-4046-B5B7-2BDE6A2636E3}" type="presOf" srcId="{7ED129D4-5EE1-4F6E-B876-EFE63D6234B9}" destId="{F4169F7C-4F62-4481-B04F-95D3B9FDF38D}" srcOrd="0" destOrd="0" presId="urn:microsoft.com/office/officeart/2009/layout/CirclePictureHierarchy"/>
    <dgm:cxn modelId="{8BB980D3-A438-49B4-954D-2937E3AE92CE}" srcId="{7ED129D4-5EE1-4F6E-B876-EFE63D6234B9}" destId="{3D0A950C-DA52-48C8-9822-122A55E4DA6A}" srcOrd="0" destOrd="0" parTransId="{ADADFF21-9047-465F-87AC-5C690EEE7FAF}" sibTransId="{CFC3FF99-0DB0-4B13-9F9A-BF58B528B0CC}"/>
    <dgm:cxn modelId="{2E3F60EA-A060-4627-BD8F-18C581E68F3A}" srcId="{3D0A950C-DA52-48C8-9822-122A55E4DA6A}" destId="{0645BBAA-C68C-4C8D-AAC9-569B419DB6E6}" srcOrd="0" destOrd="0" parTransId="{9C31968F-2AFA-4429-B56D-592BAF8913A5}" sibTransId="{C8B77D4B-1C74-4DC1-A45D-4DF24FAAFB5D}"/>
    <dgm:cxn modelId="{4CBA5AF2-C590-4543-A21A-E6F41DC16451}" srcId="{74A3F625-2902-4D29-910B-3B8A601FEC82}" destId="{389F91D6-A877-4B96-8726-806879723936}" srcOrd="0" destOrd="0" parTransId="{B5755713-930A-4C27-94A3-0B1E0EBB1FAE}" sibTransId="{8396216D-CB5F-4368-8201-6BB90108018E}"/>
    <dgm:cxn modelId="{088A89F6-91A6-4A28-9075-C586066CACF5}" srcId="{0645BBAA-C68C-4C8D-AAC9-569B419DB6E6}" destId="{CE96F564-A668-440D-83D5-3570DD903CB0}" srcOrd="0" destOrd="0" parTransId="{3379373E-6C07-4ACF-B225-5CDE228F08D9}" sibTransId="{5B07A2F8-B085-4C83-AF55-7C34B69AB930}"/>
    <dgm:cxn modelId="{2BADAFF7-CE52-401A-B3E7-75A95F9F59A7}" type="presOf" srcId="{0645BBAA-C68C-4C8D-AAC9-569B419DB6E6}" destId="{20AF0914-C646-4271-935D-D92D132DB4BD}" srcOrd="0" destOrd="0" presId="urn:microsoft.com/office/officeart/2009/layout/CirclePictureHierarchy"/>
    <dgm:cxn modelId="{013F82FC-D4EA-4F37-B7AC-A5491136A81B}" type="presOf" srcId="{9C31968F-2AFA-4429-B56D-592BAF8913A5}" destId="{21D72D58-7EE3-49E4-B9E3-3B49AC7B471B}" srcOrd="0" destOrd="0" presId="urn:microsoft.com/office/officeart/2009/layout/CirclePictureHierarchy"/>
    <dgm:cxn modelId="{59FFD3FF-C63D-4354-97E1-161791B4816B}" type="presOf" srcId="{CA76ACD9-280B-4EC7-8417-627FF88BBA1B}" destId="{782F52CA-274F-490E-A161-49CE1D62CE77}" srcOrd="0" destOrd="0" presId="urn:microsoft.com/office/officeart/2009/layout/CirclePictureHierarchy"/>
    <dgm:cxn modelId="{8794AEC3-E1C4-4063-9AF2-DADD058FE4B3}" type="presParOf" srcId="{F4169F7C-4F62-4481-B04F-95D3B9FDF38D}" destId="{92F5F27B-E595-4175-B1B1-A36611F7FB66}" srcOrd="0" destOrd="0" presId="urn:microsoft.com/office/officeart/2009/layout/CirclePictureHierarchy"/>
    <dgm:cxn modelId="{0085A965-13F8-4008-8D8C-904D0E22380A}" type="presParOf" srcId="{92F5F27B-E595-4175-B1B1-A36611F7FB66}" destId="{38DF86EE-F071-44A5-981C-D5F355DDDEC6}" srcOrd="0" destOrd="0" presId="urn:microsoft.com/office/officeart/2009/layout/CirclePictureHierarchy"/>
    <dgm:cxn modelId="{8B1714DE-E2A7-4D79-A824-8FA00CE75232}" type="presParOf" srcId="{38DF86EE-F071-44A5-981C-D5F355DDDEC6}" destId="{AE7E18BA-D114-47C5-B4E8-7C4678869364}" srcOrd="0" destOrd="0" presId="urn:microsoft.com/office/officeart/2009/layout/CirclePictureHierarchy"/>
    <dgm:cxn modelId="{8A910A2B-07A9-46F0-ADD4-FABDC68B1619}" type="presParOf" srcId="{38DF86EE-F071-44A5-981C-D5F355DDDEC6}" destId="{5DB5BCF6-DDEE-405D-B66A-7BAE156F6159}" srcOrd="1" destOrd="0" presId="urn:microsoft.com/office/officeart/2009/layout/CirclePictureHierarchy"/>
    <dgm:cxn modelId="{3D84664E-57F5-43DB-A727-668AC1BB3022}" type="presParOf" srcId="{92F5F27B-E595-4175-B1B1-A36611F7FB66}" destId="{749096BA-945C-4F94-9431-F282C3EFCEE1}" srcOrd="1" destOrd="0" presId="urn:microsoft.com/office/officeart/2009/layout/CirclePictureHierarchy"/>
    <dgm:cxn modelId="{5A012AD4-5A34-4FEE-B141-207829DB7C2F}" type="presParOf" srcId="{749096BA-945C-4F94-9431-F282C3EFCEE1}" destId="{21D72D58-7EE3-49E4-B9E3-3B49AC7B471B}" srcOrd="0" destOrd="0" presId="urn:microsoft.com/office/officeart/2009/layout/CirclePictureHierarchy"/>
    <dgm:cxn modelId="{FDD6B098-FCCA-49C0-B99F-0D22BABAAD97}" type="presParOf" srcId="{749096BA-945C-4F94-9431-F282C3EFCEE1}" destId="{2553BB2F-FBEC-43AB-AD42-E4F57CC5CD2C}" srcOrd="1" destOrd="0" presId="urn:microsoft.com/office/officeart/2009/layout/CirclePictureHierarchy"/>
    <dgm:cxn modelId="{CD887D61-C5BA-4AE1-ABAA-6CAF86137CC6}" type="presParOf" srcId="{2553BB2F-FBEC-43AB-AD42-E4F57CC5CD2C}" destId="{D5797686-B017-482D-A1FB-47A24E4A694D}" srcOrd="0" destOrd="0" presId="urn:microsoft.com/office/officeart/2009/layout/CirclePictureHierarchy"/>
    <dgm:cxn modelId="{3017C8EC-CE78-4FE1-935A-7650011D0ED1}" type="presParOf" srcId="{D5797686-B017-482D-A1FB-47A24E4A694D}" destId="{9953A198-5A84-46CC-A35A-D813F33E6641}" srcOrd="0" destOrd="0" presId="urn:microsoft.com/office/officeart/2009/layout/CirclePictureHierarchy"/>
    <dgm:cxn modelId="{84C9CDA1-8074-436C-A793-38E0167DC9F9}" type="presParOf" srcId="{D5797686-B017-482D-A1FB-47A24E4A694D}" destId="{20AF0914-C646-4271-935D-D92D132DB4BD}" srcOrd="1" destOrd="0" presId="urn:microsoft.com/office/officeart/2009/layout/CirclePictureHierarchy"/>
    <dgm:cxn modelId="{ACD09651-C877-487D-BD2B-65642085F70F}" type="presParOf" srcId="{2553BB2F-FBEC-43AB-AD42-E4F57CC5CD2C}" destId="{915397A3-B363-4205-A9E5-814D79E30803}" srcOrd="1" destOrd="0" presId="urn:microsoft.com/office/officeart/2009/layout/CirclePictureHierarchy"/>
    <dgm:cxn modelId="{CD8F3105-C86A-4C57-8359-97E3E2387FCB}" type="presParOf" srcId="{915397A3-B363-4205-A9E5-814D79E30803}" destId="{76BB465B-F4A9-462E-9EBE-646F7EB56696}" srcOrd="0" destOrd="0" presId="urn:microsoft.com/office/officeart/2009/layout/CirclePictureHierarchy"/>
    <dgm:cxn modelId="{601B537E-199D-436A-ADC1-A8C9D1F5E0AC}" type="presParOf" srcId="{915397A3-B363-4205-A9E5-814D79E30803}" destId="{AC772AD4-6961-44DA-A653-0271C17686C3}" srcOrd="1" destOrd="0" presId="urn:microsoft.com/office/officeart/2009/layout/CirclePictureHierarchy"/>
    <dgm:cxn modelId="{CB0A6639-2F32-403E-935A-8778401EF54F}" type="presParOf" srcId="{AC772AD4-6961-44DA-A653-0271C17686C3}" destId="{D1E4F960-5580-49FA-B35A-0B1C4EA6A8F6}" srcOrd="0" destOrd="0" presId="urn:microsoft.com/office/officeart/2009/layout/CirclePictureHierarchy"/>
    <dgm:cxn modelId="{889A7487-B3BF-41EB-83C7-921A531F34B6}" type="presParOf" srcId="{D1E4F960-5580-49FA-B35A-0B1C4EA6A8F6}" destId="{058E418A-E580-43CB-9F67-5C9298250184}" srcOrd="0" destOrd="0" presId="urn:microsoft.com/office/officeart/2009/layout/CirclePictureHierarchy"/>
    <dgm:cxn modelId="{351DDF0F-6B9C-49AB-B1A9-D178F6795B2B}" type="presParOf" srcId="{D1E4F960-5580-49FA-B35A-0B1C4EA6A8F6}" destId="{F2B6E945-667F-422B-8C81-3BC556EFBFF5}" srcOrd="1" destOrd="0" presId="urn:microsoft.com/office/officeart/2009/layout/CirclePictureHierarchy"/>
    <dgm:cxn modelId="{69C51567-273A-4FBD-AAE2-E077A0DE33E5}" type="presParOf" srcId="{AC772AD4-6961-44DA-A653-0271C17686C3}" destId="{DAC8BFDD-08AB-4191-811E-5C1C29DFF19A}" srcOrd="1" destOrd="0" presId="urn:microsoft.com/office/officeart/2009/layout/CirclePictureHierarchy"/>
    <dgm:cxn modelId="{771991FC-AE94-41DA-B5D4-879979716921}" type="presParOf" srcId="{915397A3-B363-4205-A9E5-814D79E30803}" destId="{0859F20A-DD4E-480A-BBDC-C8B03C424917}" srcOrd="2" destOrd="0" presId="urn:microsoft.com/office/officeart/2009/layout/CirclePictureHierarchy"/>
    <dgm:cxn modelId="{D6EFB0E8-F31B-4511-98E6-3CFB4E7076F4}" type="presParOf" srcId="{915397A3-B363-4205-A9E5-814D79E30803}" destId="{4845A2CA-699A-4547-A421-F98B7F0FA7FF}" srcOrd="3" destOrd="0" presId="urn:microsoft.com/office/officeart/2009/layout/CirclePictureHierarchy"/>
    <dgm:cxn modelId="{F19A25A7-6B71-47E9-BE4D-1442134902AF}" type="presParOf" srcId="{4845A2CA-699A-4547-A421-F98B7F0FA7FF}" destId="{FD357C9A-8449-4DA5-9C17-9C5A3C68563C}" srcOrd="0" destOrd="0" presId="urn:microsoft.com/office/officeart/2009/layout/CirclePictureHierarchy"/>
    <dgm:cxn modelId="{A996CCFE-C738-4D26-BA38-4CBE446788C4}" type="presParOf" srcId="{FD357C9A-8449-4DA5-9C17-9C5A3C68563C}" destId="{6783E2E3-A8A7-4B66-A3FC-F1B20D9CC1AD}" srcOrd="0" destOrd="0" presId="urn:microsoft.com/office/officeart/2009/layout/CirclePictureHierarchy"/>
    <dgm:cxn modelId="{A551DA1C-F77A-46F1-9BCD-BDB5078D71CA}" type="presParOf" srcId="{FD357C9A-8449-4DA5-9C17-9C5A3C68563C}" destId="{76D1454C-4EEA-43AE-8B87-AE8DDA332A64}" srcOrd="1" destOrd="0" presId="urn:microsoft.com/office/officeart/2009/layout/CirclePictureHierarchy"/>
    <dgm:cxn modelId="{69B94F0A-965F-47E4-9C10-CD2E34C01FBB}" type="presParOf" srcId="{4845A2CA-699A-4547-A421-F98B7F0FA7FF}" destId="{CBA9ACD4-5E70-45EE-AEE0-9D060E6EC17E}" srcOrd="1" destOrd="0" presId="urn:microsoft.com/office/officeart/2009/layout/CirclePictureHierarchy"/>
    <dgm:cxn modelId="{9B2DC130-E56D-4663-97A3-AE91B8CB2274}" type="presParOf" srcId="{749096BA-945C-4F94-9431-F282C3EFCEE1}" destId="{782F52CA-274F-490E-A161-49CE1D62CE77}" srcOrd="2" destOrd="0" presId="urn:microsoft.com/office/officeart/2009/layout/CirclePictureHierarchy"/>
    <dgm:cxn modelId="{9691FF23-875B-4080-8230-49865067B8B2}" type="presParOf" srcId="{749096BA-945C-4F94-9431-F282C3EFCEE1}" destId="{ED77BD96-5F01-44AD-8351-030903CFB663}" srcOrd="3" destOrd="0" presId="urn:microsoft.com/office/officeart/2009/layout/CirclePictureHierarchy"/>
    <dgm:cxn modelId="{8F7C99A5-B2E4-4555-A115-5E679B0EF4CC}" type="presParOf" srcId="{ED77BD96-5F01-44AD-8351-030903CFB663}" destId="{EA840230-F6FC-4AA7-8B7D-A7B5D28A93E8}" srcOrd="0" destOrd="0" presId="urn:microsoft.com/office/officeart/2009/layout/CirclePictureHierarchy"/>
    <dgm:cxn modelId="{FC7778DA-1F66-4EFD-88FF-880A29435776}" type="presParOf" srcId="{EA840230-F6FC-4AA7-8B7D-A7B5D28A93E8}" destId="{2EF53F2A-77CF-4B3D-9686-EE1C34393B0B}" srcOrd="0" destOrd="0" presId="urn:microsoft.com/office/officeart/2009/layout/CirclePictureHierarchy"/>
    <dgm:cxn modelId="{62B82A3F-94DE-4249-80B6-A89FA49AA14D}" type="presParOf" srcId="{EA840230-F6FC-4AA7-8B7D-A7B5D28A93E8}" destId="{4B4A87D0-B695-4484-BE5C-87DFF89CFF4E}" srcOrd="1" destOrd="0" presId="urn:microsoft.com/office/officeart/2009/layout/CirclePictureHierarchy"/>
    <dgm:cxn modelId="{5DEDB54D-F5A0-484F-8104-344DA28BDC24}" type="presParOf" srcId="{ED77BD96-5F01-44AD-8351-030903CFB663}" destId="{7F4F2216-1C92-4E61-92A9-5C77A72DCD05}" srcOrd="1" destOrd="0" presId="urn:microsoft.com/office/officeart/2009/layout/CirclePictureHierarchy"/>
    <dgm:cxn modelId="{E501E5F2-2393-4A2D-8D34-1E96108D6478}" type="presParOf" srcId="{7F4F2216-1C92-4E61-92A9-5C77A72DCD05}" destId="{148FE01E-398F-4815-82BA-BF4A5EB21452}" srcOrd="0" destOrd="0" presId="urn:microsoft.com/office/officeart/2009/layout/CirclePictureHierarchy"/>
    <dgm:cxn modelId="{62F1A691-AB58-49F3-8059-C6A2F25B73DF}" type="presParOf" srcId="{7F4F2216-1C92-4E61-92A9-5C77A72DCD05}" destId="{6A3F1CC4-B809-4A9A-99D5-C3E4105C4430}" srcOrd="1" destOrd="0" presId="urn:microsoft.com/office/officeart/2009/layout/CirclePictureHierarchy"/>
    <dgm:cxn modelId="{A1C69A72-285E-4891-9521-9A429332CF9E}" type="presParOf" srcId="{6A3F1CC4-B809-4A9A-99D5-C3E4105C4430}" destId="{66A5FC0A-5F9E-4A85-9ACC-B1E599B51FCE}" srcOrd="0" destOrd="0" presId="urn:microsoft.com/office/officeart/2009/layout/CirclePictureHierarchy"/>
    <dgm:cxn modelId="{FD766CBF-E4EC-49E2-9D99-FECD5F74E02D}" type="presParOf" srcId="{66A5FC0A-5F9E-4A85-9ACC-B1E599B51FCE}" destId="{10D9BA49-6001-4C84-8C13-268BD3A4333A}" srcOrd="0" destOrd="0" presId="urn:microsoft.com/office/officeart/2009/layout/CirclePictureHierarchy"/>
    <dgm:cxn modelId="{E96D5898-788E-454E-B6E8-512A54DE55BE}" type="presParOf" srcId="{66A5FC0A-5F9E-4A85-9ACC-B1E599B51FCE}" destId="{6F9841AB-8C5A-484A-9C70-1A1D5921DA38}" srcOrd="1" destOrd="0" presId="urn:microsoft.com/office/officeart/2009/layout/CirclePictureHierarchy"/>
    <dgm:cxn modelId="{7A0968A7-B8DE-46E1-AA84-10433F719569}" type="presParOf" srcId="{6A3F1CC4-B809-4A9A-99D5-C3E4105C4430}" destId="{4DE8BB24-254A-4121-A9BA-E9FA7DD7F440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FE01E-398F-4815-82BA-BF4A5EB21452}">
      <dsp:nvSpPr>
        <dsp:cNvPr id="0" name=""/>
        <dsp:cNvSpPr/>
      </dsp:nvSpPr>
      <dsp:spPr>
        <a:xfrm>
          <a:off x="7311306" y="3527109"/>
          <a:ext cx="91440" cy="3862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6243"/>
              </a:lnTo>
            </a:path>
          </a:pathLst>
        </a:custGeom>
        <a:noFill/>
        <a:ln w="400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F52CA-274F-490E-A161-49CE1D62CE77}">
      <dsp:nvSpPr>
        <dsp:cNvPr id="0" name=""/>
        <dsp:cNvSpPr/>
      </dsp:nvSpPr>
      <dsp:spPr>
        <a:xfrm>
          <a:off x="4828048" y="1914694"/>
          <a:ext cx="2528977" cy="386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654"/>
              </a:lnTo>
              <a:lnTo>
                <a:pt x="2528977" y="194654"/>
              </a:lnTo>
              <a:lnTo>
                <a:pt x="2528977" y="386243"/>
              </a:lnTo>
            </a:path>
          </a:pathLst>
        </a:custGeom>
        <a:noFill/>
        <a:ln w="400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59F20A-DD4E-480A-BBDC-C8B03C424917}">
      <dsp:nvSpPr>
        <dsp:cNvPr id="0" name=""/>
        <dsp:cNvSpPr/>
      </dsp:nvSpPr>
      <dsp:spPr>
        <a:xfrm>
          <a:off x="2299070" y="3527109"/>
          <a:ext cx="1685985" cy="3862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654"/>
              </a:lnTo>
              <a:lnTo>
                <a:pt x="1685985" y="194654"/>
              </a:lnTo>
              <a:lnTo>
                <a:pt x="1685985" y="386243"/>
              </a:lnTo>
            </a:path>
          </a:pathLst>
        </a:custGeom>
        <a:noFill/>
        <a:ln w="400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BB465B-F4A9-462E-9EBE-646F7EB56696}">
      <dsp:nvSpPr>
        <dsp:cNvPr id="0" name=""/>
        <dsp:cNvSpPr/>
      </dsp:nvSpPr>
      <dsp:spPr>
        <a:xfrm>
          <a:off x="613085" y="3527109"/>
          <a:ext cx="1685985" cy="386243"/>
        </a:xfrm>
        <a:custGeom>
          <a:avLst/>
          <a:gdLst/>
          <a:ahLst/>
          <a:cxnLst/>
          <a:rect l="0" t="0" r="0" b="0"/>
          <a:pathLst>
            <a:path>
              <a:moveTo>
                <a:pt x="1685985" y="0"/>
              </a:moveTo>
              <a:lnTo>
                <a:pt x="1685985" y="194654"/>
              </a:lnTo>
              <a:lnTo>
                <a:pt x="0" y="194654"/>
              </a:lnTo>
              <a:lnTo>
                <a:pt x="0" y="386243"/>
              </a:lnTo>
            </a:path>
          </a:pathLst>
        </a:custGeom>
        <a:noFill/>
        <a:ln w="400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D72D58-7EE3-49E4-B9E3-3B49AC7B471B}">
      <dsp:nvSpPr>
        <dsp:cNvPr id="0" name=""/>
        <dsp:cNvSpPr/>
      </dsp:nvSpPr>
      <dsp:spPr>
        <a:xfrm>
          <a:off x="2299070" y="1914694"/>
          <a:ext cx="2528977" cy="386243"/>
        </a:xfrm>
        <a:custGeom>
          <a:avLst/>
          <a:gdLst/>
          <a:ahLst/>
          <a:cxnLst/>
          <a:rect l="0" t="0" r="0" b="0"/>
          <a:pathLst>
            <a:path>
              <a:moveTo>
                <a:pt x="2528977" y="0"/>
              </a:moveTo>
              <a:lnTo>
                <a:pt x="2528977" y="194654"/>
              </a:lnTo>
              <a:lnTo>
                <a:pt x="0" y="194654"/>
              </a:lnTo>
              <a:lnTo>
                <a:pt x="0" y="386243"/>
              </a:lnTo>
            </a:path>
          </a:pathLst>
        </a:custGeom>
        <a:noFill/>
        <a:ln w="400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E18BA-D114-47C5-B4E8-7C4678869364}">
      <dsp:nvSpPr>
        <dsp:cNvPr id="0" name=""/>
        <dsp:cNvSpPr/>
      </dsp:nvSpPr>
      <dsp:spPr>
        <a:xfrm>
          <a:off x="4214963" y="688523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5BCF6-DDEE-405D-B66A-7BAE156F6159}">
      <dsp:nvSpPr>
        <dsp:cNvPr id="0" name=""/>
        <dsp:cNvSpPr/>
      </dsp:nvSpPr>
      <dsp:spPr>
        <a:xfrm>
          <a:off x="5441134" y="685457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App</a:t>
          </a:r>
          <a:endParaRPr lang="en-IN" sz="2300" kern="1200" dirty="0"/>
        </a:p>
      </dsp:txBody>
      <dsp:txXfrm>
        <a:off x="5441134" y="685457"/>
        <a:ext cx="1839256" cy="1226171"/>
      </dsp:txXfrm>
    </dsp:sp>
    <dsp:sp modelId="{9953A198-5A84-46CC-A35A-D813F33E6641}">
      <dsp:nvSpPr>
        <dsp:cNvPr id="0" name=""/>
        <dsp:cNvSpPr/>
      </dsp:nvSpPr>
      <dsp:spPr>
        <a:xfrm>
          <a:off x="1685985" y="2300938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F0914-C646-4271-935D-D92D132DB4BD}">
      <dsp:nvSpPr>
        <dsp:cNvPr id="0" name=""/>
        <dsp:cNvSpPr/>
      </dsp:nvSpPr>
      <dsp:spPr>
        <a:xfrm>
          <a:off x="2912156" y="2297872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Cart</a:t>
          </a:r>
          <a:endParaRPr lang="en-IN" sz="2300" kern="1200" dirty="0"/>
        </a:p>
      </dsp:txBody>
      <dsp:txXfrm>
        <a:off x="2912156" y="2297872"/>
        <a:ext cx="1839256" cy="1226171"/>
      </dsp:txXfrm>
    </dsp:sp>
    <dsp:sp modelId="{058E418A-E580-43CB-9F67-5C9298250184}">
      <dsp:nvSpPr>
        <dsp:cNvPr id="0" name=""/>
        <dsp:cNvSpPr/>
      </dsp:nvSpPr>
      <dsp:spPr>
        <a:xfrm>
          <a:off x="0" y="3913353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6E945-667F-422B-8C81-3BC556EFBFF5}">
      <dsp:nvSpPr>
        <dsp:cNvPr id="0" name=""/>
        <dsp:cNvSpPr/>
      </dsp:nvSpPr>
      <dsp:spPr>
        <a:xfrm>
          <a:off x="1226171" y="3910287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Item</a:t>
          </a:r>
          <a:endParaRPr lang="en-IN" sz="2300" kern="1200" dirty="0"/>
        </a:p>
      </dsp:txBody>
      <dsp:txXfrm>
        <a:off x="1226171" y="3910287"/>
        <a:ext cx="1839256" cy="1226171"/>
      </dsp:txXfrm>
    </dsp:sp>
    <dsp:sp modelId="{6783E2E3-A8A7-4B66-A3FC-F1B20D9CC1AD}">
      <dsp:nvSpPr>
        <dsp:cNvPr id="0" name=""/>
        <dsp:cNvSpPr/>
      </dsp:nvSpPr>
      <dsp:spPr>
        <a:xfrm>
          <a:off x="3371970" y="3913353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1454C-4EEA-43AE-8B87-AE8DDA332A64}">
      <dsp:nvSpPr>
        <dsp:cNvPr id="0" name=""/>
        <dsp:cNvSpPr/>
      </dsp:nvSpPr>
      <dsp:spPr>
        <a:xfrm>
          <a:off x="4598141" y="3910287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Buy Now</a:t>
          </a:r>
          <a:endParaRPr lang="en-IN" sz="2300" kern="1200" dirty="0"/>
        </a:p>
      </dsp:txBody>
      <dsp:txXfrm>
        <a:off x="4598141" y="3910287"/>
        <a:ext cx="1839256" cy="1226171"/>
      </dsp:txXfrm>
    </dsp:sp>
    <dsp:sp modelId="{2EF53F2A-77CF-4B3D-9686-EE1C34393B0B}">
      <dsp:nvSpPr>
        <dsp:cNvPr id="0" name=""/>
        <dsp:cNvSpPr/>
      </dsp:nvSpPr>
      <dsp:spPr>
        <a:xfrm>
          <a:off x="6743941" y="2300938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A87D0-B695-4484-BE5C-87DFF89CFF4E}">
      <dsp:nvSpPr>
        <dsp:cNvPr id="0" name=""/>
        <dsp:cNvSpPr/>
      </dsp:nvSpPr>
      <dsp:spPr>
        <a:xfrm>
          <a:off x="7970112" y="2297872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Product</a:t>
          </a:r>
          <a:endParaRPr lang="en-IN" sz="2300" kern="1200" dirty="0"/>
        </a:p>
      </dsp:txBody>
      <dsp:txXfrm>
        <a:off x="7970112" y="2297872"/>
        <a:ext cx="1839256" cy="1226171"/>
      </dsp:txXfrm>
    </dsp:sp>
    <dsp:sp modelId="{10D9BA49-6001-4C84-8C13-268BD3A4333A}">
      <dsp:nvSpPr>
        <dsp:cNvPr id="0" name=""/>
        <dsp:cNvSpPr/>
      </dsp:nvSpPr>
      <dsp:spPr>
        <a:xfrm>
          <a:off x="6743941" y="3913353"/>
          <a:ext cx="1226171" cy="122617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841AB-8C5A-484A-9C70-1A1D5921DA38}">
      <dsp:nvSpPr>
        <dsp:cNvPr id="0" name=""/>
        <dsp:cNvSpPr/>
      </dsp:nvSpPr>
      <dsp:spPr>
        <a:xfrm>
          <a:off x="7970112" y="3910287"/>
          <a:ext cx="1839256" cy="122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ProductCard</a:t>
          </a:r>
          <a:endParaRPr lang="en-IN" sz="2300" kern="1200" dirty="0"/>
        </a:p>
      </dsp:txBody>
      <dsp:txXfrm>
        <a:off x="7970112" y="3910287"/>
        <a:ext cx="1839256" cy="122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466749" y="1388605"/>
            <a:ext cx="9258502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State</a:t>
            </a:r>
          </a:p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B73-D205-3B9A-206F-AE6C83AF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971225-F752-42AE-AB31-B5025E00C610}"/>
              </a:ext>
            </a:extLst>
          </p:cNvPr>
          <p:cNvGrpSpPr/>
          <p:nvPr/>
        </p:nvGrpSpPr>
        <p:grpSpPr>
          <a:xfrm>
            <a:off x="1291962" y="1244904"/>
            <a:ext cx="8806194" cy="4189288"/>
            <a:chOff x="765189" y="443829"/>
            <a:chExt cx="8806194" cy="41892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B4F1D18-34ED-569F-48E4-B051ECEC3D90}"/>
                </a:ext>
              </a:extLst>
            </p:cNvPr>
            <p:cNvSpPr txBox="1"/>
            <p:nvPr/>
          </p:nvSpPr>
          <p:spPr>
            <a:xfrm>
              <a:off x="765189" y="1678462"/>
              <a:ext cx="8806194" cy="29546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When two components need same data, passing state through props becomes messy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Even if only the last component needs it!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endParaRPr lang="en-US" dirty="0"/>
            </a:p>
            <a:p>
              <a:pPr>
                <a:spcAft>
                  <a:spcPts val="1200"/>
                </a:spcAft>
              </a:pPr>
              <a:r>
                <a:rPr lang="en-US" dirty="0"/>
                <a:t>This leads to:</a:t>
              </a:r>
            </a:p>
            <a:p>
              <a:pPr marL="804863" indent="-357188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Unnecessary props passing</a:t>
              </a:r>
            </a:p>
            <a:p>
              <a:pPr marL="804863" indent="-357188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Hard to maintain code</a:t>
              </a:r>
            </a:p>
            <a:p>
              <a:pPr marL="804863" indent="-357188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Harder to scale large apps</a:t>
              </a:r>
              <a:endParaRPr lang="en-IN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06AED9-A222-628C-3F1D-DE6480926C44}"/>
                </a:ext>
              </a:extLst>
            </p:cNvPr>
            <p:cNvSpPr/>
            <p:nvPr/>
          </p:nvSpPr>
          <p:spPr>
            <a:xfrm>
              <a:off x="765189" y="443829"/>
              <a:ext cx="6987333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The Problem: State Sharing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909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A11A-8808-2255-02F4-B7993DB2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4909455-5D64-4746-B347-9C7124912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1375813"/>
              </p:ext>
            </p:extLst>
          </p:nvPr>
        </p:nvGraphicFramePr>
        <p:xfrm>
          <a:off x="1191315" y="337605"/>
          <a:ext cx="9809369" cy="5824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720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B73-D205-3B9A-206F-AE6C83AF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971225-F752-42AE-AB31-B5025E00C610}"/>
              </a:ext>
            </a:extLst>
          </p:cNvPr>
          <p:cNvGrpSpPr/>
          <p:nvPr/>
        </p:nvGrpSpPr>
        <p:grpSpPr>
          <a:xfrm>
            <a:off x="1053424" y="996736"/>
            <a:ext cx="8597472" cy="4864528"/>
            <a:chOff x="765189" y="443829"/>
            <a:chExt cx="8597472" cy="486452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B4F1D18-34ED-569F-48E4-B051ECEC3D90}"/>
                </a:ext>
              </a:extLst>
            </p:cNvPr>
            <p:cNvSpPr txBox="1"/>
            <p:nvPr/>
          </p:nvSpPr>
          <p:spPr>
            <a:xfrm>
              <a:off x="765189" y="1615038"/>
              <a:ext cx="8597472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State Management is a way to organize, store, update and share state between different parts of the application without confusion.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endParaRPr lang="en-US" dirty="0"/>
            </a:p>
            <a:p>
              <a:pPr>
                <a:spcAft>
                  <a:spcPts val="1200"/>
                </a:spcAft>
              </a:pPr>
              <a:r>
                <a:rPr lang="en-US" sz="2000" b="1" dirty="0"/>
                <a:t>Good State Management Ensures:</a:t>
              </a:r>
            </a:p>
            <a:p>
              <a:pPr marL="715963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Data consistency</a:t>
              </a:r>
            </a:p>
            <a:p>
              <a:pPr marL="715963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Cleaner code</a:t>
              </a:r>
            </a:p>
            <a:p>
              <a:pPr marL="715963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Easy debugging</a:t>
              </a:r>
            </a:p>
            <a:p>
              <a:pPr marL="715963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Better performance</a:t>
              </a:r>
            </a:p>
            <a:p>
              <a:pPr marL="715963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Scalable architecture</a:t>
              </a:r>
              <a:endParaRPr lang="en-IN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06AED9-A222-628C-3F1D-DE6480926C44}"/>
                </a:ext>
              </a:extLst>
            </p:cNvPr>
            <p:cNvSpPr/>
            <p:nvPr/>
          </p:nvSpPr>
          <p:spPr>
            <a:xfrm>
              <a:off x="765189" y="443829"/>
              <a:ext cx="7335203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State Management?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300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1580</TotalTime>
  <Words>97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330</cp:revision>
  <dcterms:created xsi:type="dcterms:W3CDTF">2025-07-03T20:58:50Z</dcterms:created>
  <dcterms:modified xsi:type="dcterms:W3CDTF">2025-12-07T18:13:25Z</dcterms:modified>
</cp:coreProperties>
</file>