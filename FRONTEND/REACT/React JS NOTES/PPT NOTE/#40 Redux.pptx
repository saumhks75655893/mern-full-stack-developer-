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6" r:id="rId2"/>
    <p:sldId id="519" r:id="rId3"/>
    <p:sldId id="503" r:id="rId4"/>
    <p:sldId id="484" r:id="rId5"/>
    <p:sldId id="376" r:id="rId6"/>
    <p:sldId id="31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2539246" y="1080494"/>
            <a:ext cx="7113507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React Redux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252A-B60A-84A5-6B2A-C185A7B5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ED9957C-58DF-90A1-6415-EF205CA70921}"/>
              </a:ext>
            </a:extLst>
          </p:cNvPr>
          <p:cNvGrpSpPr/>
          <p:nvPr/>
        </p:nvGrpSpPr>
        <p:grpSpPr>
          <a:xfrm>
            <a:off x="1086310" y="626955"/>
            <a:ext cx="8731459" cy="3749207"/>
            <a:chOff x="1155062" y="434450"/>
            <a:chExt cx="8731459" cy="374920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C3EF001-5AC9-8078-2A16-A7B19109253B}"/>
                </a:ext>
              </a:extLst>
            </p:cNvPr>
            <p:cNvGrpSpPr/>
            <p:nvPr/>
          </p:nvGrpSpPr>
          <p:grpSpPr>
            <a:xfrm>
              <a:off x="6448927" y="434450"/>
              <a:ext cx="3437594" cy="2610434"/>
              <a:chOff x="6448927" y="434450"/>
              <a:chExt cx="3437594" cy="261043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120DCF4-92DA-CC7F-B633-998942F411F7}"/>
                  </a:ext>
                </a:extLst>
              </p:cNvPr>
              <p:cNvSpPr/>
              <p:nvPr/>
            </p:nvSpPr>
            <p:spPr>
              <a:xfrm>
                <a:off x="6448927" y="434450"/>
                <a:ext cx="3437594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React-Redux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3ACD81-8559-427E-ACDF-D98A178C6156}"/>
                  </a:ext>
                </a:extLst>
              </p:cNvPr>
              <p:cNvSpPr txBox="1"/>
              <p:nvPr/>
            </p:nvSpPr>
            <p:spPr>
              <a:xfrm>
                <a:off x="6448927" y="1598334"/>
                <a:ext cx="1881448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Provider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1600" dirty="0" err="1"/>
                  <a:t>useSelector</a:t>
                </a:r>
                <a:r>
                  <a:rPr lang="en-US" sz="1600" dirty="0"/>
                  <a:t>()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1600" dirty="0" err="1"/>
                  <a:t>useDispatch</a:t>
                </a:r>
                <a:r>
                  <a:rPr lang="en-US" sz="1600" dirty="0"/>
                  <a:t>()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BC955C-EBBA-F906-4CC4-E0C98B383F2F}"/>
                </a:ext>
              </a:extLst>
            </p:cNvPr>
            <p:cNvGrpSpPr/>
            <p:nvPr/>
          </p:nvGrpSpPr>
          <p:grpSpPr>
            <a:xfrm>
              <a:off x="1155062" y="434450"/>
              <a:ext cx="2300834" cy="3749207"/>
              <a:chOff x="566119" y="434450"/>
              <a:chExt cx="2300834" cy="374920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CA3921-57BC-23EE-2D1A-8DAF55D50A73}"/>
                  </a:ext>
                </a:extLst>
              </p:cNvPr>
              <p:cNvSpPr/>
              <p:nvPr/>
            </p:nvSpPr>
            <p:spPr>
              <a:xfrm>
                <a:off x="566119" y="434450"/>
                <a:ext cx="1881448" cy="7694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Redux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A62B5-2CED-FA67-3975-103E2EAF5F02}"/>
                  </a:ext>
                </a:extLst>
              </p:cNvPr>
              <p:cNvSpPr txBox="1"/>
              <p:nvPr/>
            </p:nvSpPr>
            <p:spPr>
              <a:xfrm>
                <a:off x="566119" y="1598334"/>
                <a:ext cx="2300834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1600" dirty="0"/>
                  <a:t>JavaScript Library for state management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sz="1600" dirty="0"/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Store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Reducer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Action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Constant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351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E65D-03EF-1E3C-EDD4-84ACB35F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D961188-49D1-9827-B123-AD02635C842A}"/>
              </a:ext>
            </a:extLst>
          </p:cNvPr>
          <p:cNvGrpSpPr/>
          <p:nvPr/>
        </p:nvGrpSpPr>
        <p:grpSpPr>
          <a:xfrm>
            <a:off x="2371178" y="927610"/>
            <a:ext cx="7285517" cy="5002779"/>
            <a:chOff x="3842468" y="927610"/>
            <a:chExt cx="7285517" cy="500277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AC05ABD-E45D-0AC7-BE1E-5B4CEE89DA4A}"/>
                </a:ext>
              </a:extLst>
            </p:cNvPr>
            <p:cNvGrpSpPr/>
            <p:nvPr/>
          </p:nvGrpSpPr>
          <p:grpSpPr>
            <a:xfrm>
              <a:off x="3842468" y="927610"/>
              <a:ext cx="4507063" cy="5002779"/>
              <a:chOff x="3442636" y="927610"/>
              <a:chExt cx="4507063" cy="500277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FC92104-F0C3-89C1-F02D-4BCDCC18BFB2}"/>
                  </a:ext>
                </a:extLst>
              </p:cNvPr>
              <p:cNvGrpSpPr/>
              <p:nvPr/>
            </p:nvGrpSpPr>
            <p:grpSpPr>
              <a:xfrm>
                <a:off x="3442636" y="927610"/>
                <a:ext cx="4507063" cy="5002779"/>
                <a:chOff x="3043875" y="1336092"/>
                <a:chExt cx="4507063" cy="5002779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1770BEEA-F8DE-C29F-3F68-AE7D854F3D3A}"/>
                    </a:ext>
                  </a:extLst>
                </p:cNvPr>
                <p:cNvSpPr/>
                <p:nvPr/>
              </p:nvSpPr>
              <p:spPr>
                <a:xfrm>
                  <a:off x="4579027" y="2746652"/>
                  <a:ext cx="1436761" cy="771099"/>
                </a:xfrm>
                <a:prstGeom prst="ellipse">
                  <a:avLst/>
                </a:prstGeom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Reducer</a:t>
                  </a:r>
                  <a:endParaRPr lang="en-IN" dirty="0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A5C9601-C38D-05CF-AA05-442CD0A7BB73}"/>
                    </a:ext>
                  </a:extLst>
                </p:cNvPr>
                <p:cNvSpPr/>
                <p:nvPr/>
              </p:nvSpPr>
              <p:spPr>
                <a:xfrm>
                  <a:off x="4579027" y="4157212"/>
                  <a:ext cx="1436761" cy="771099"/>
                </a:xfrm>
                <a:prstGeom prst="ellipse">
                  <a:avLst/>
                </a:prstGeom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Store</a:t>
                  </a:r>
                  <a:endParaRPr lang="en-IN" dirty="0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D393B34-0EA7-2788-CB31-2C3CDFC714CA}"/>
                    </a:ext>
                  </a:extLst>
                </p:cNvPr>
                <p:cNvGrpSpPr/>
                <p:nvPr/>
              </p:nvGrpSpPr>
              <p:grpSpPr>
                <a:xfrm>
                  <a:off x="3043875" y="1336092"/>
                  <a:ext cx="4507063" cy="771099"/>
                  <a:chOff x="2913933" y="868582"/>
                  <a:chExt cx="4507063" cy="771099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880F970C-3B28-A2C1-9550-0078E44A6FF9}"/>
                      </a:ext>
                    </a:extLst>
                  </p:cNvPr>
                  <p:cNvSpPr/>
                  <p:nvPr/>
                </p:nvSpPr>
                <p:spPr>
                  <a:xfrm>
                    <a:off x="6096000" y="868582"/>
                    <a:ext cx="1324996" cy="771099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Action</a:t>
                    </a:r>
                    <a:endParaRPr lang="en-IN" dirty="0"/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A922BA1B-1165-CF1D-12E2-3318A482D252}"/>
                      </a:ext>
                    </a:extLst>
                  </p:cNvPr>
                  <p:cNvSpPr/>
                  <p:nvPr/>
                </p:nvSpPr>
                <p:spPr>
                  <a:xfrm>
                    <a:off x="2913933" y="868582"/>
                    <a:ext cx="1324996" cy="771099"/>
                  </a:xfrm>
                  <a:prstGeom prst="ellips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State</a:t>
                    </a:r>
                    <a:endParaRPr lang="en-IN" dirty="0"/>
                  </a:p>
                </p:txBody>
              </p:sp>
            </p:grp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0597AED8-7810-635B-9227-57F7E01DEAAE}"/>
                    </a:ext>
                  </a:extLst>
                </p:cNvPr>
                <p:cNvSpPr/>
                <p:nvPr/>
              </p:nvSpPr>
              <p:spPr>
                <a:xfrm>
                  <a:off x="4579027" y="5567772"/>
                  <a:ext cx="1436761" cy="771099"/>
                </a:xfrm>
                <a:prstGeom prst="ellipse">
                  <a:avLst/>
                </a:prstGeom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Provider</a:t>
                  </a:r>
                  <a:endParaRPr lang="en-IN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F34809A-4FE5-5463-1F38-171B39E7AADB}"/>
                  </a:ext>
                </a:extLst>
              </p:cNvPr>
              <p:cNvCxnSpPr>
                <a:stCxn id="6" idx="4"/>
                <a:endCxn id="4" idx="0"/>
              </p:cNvCxnSpPr>
              <p:nvPr/>
            </p:nvCxnSpPr>
            <p:spPr>
              <a:xfrm>
                <a:off x="4105134" y="1698709"/>
                <a:ext cx="1591035" cy="6394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F2363EA7-5BE5-7F2C-76F7-A609B900D8F3}"/>
                  </a:ext>
                </a:extLst>
              </p:cNvPr>
              <p:cNvCxnSpPr>
                <a:cxnSpLocks/>
                <a:stCxn id="3" idx="4"/>
                <a:endCxn id="4" idx="0"/>
              </p:cNvCxnSpPr>
              <p:nvPr/>
            </p:nvCxnSpPr>
            <p:spPr>
              <a:xfrm flipH="1">
                <a:off x="5696169" y="1698709"/>
                <a:ext cx="1591032" cy="6394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F4C0FC1-8409-F01F-72CD-35CA17CB7485}"/>
                  </a:ext>
                </a:extLst>
              </p:cNvPr>
              <p:cNvCxnSpPr>
                <a:cxnSpLocks/>
                <a:stCxn id="4" idx="4"/>
                <a:endCxn id="5" idx="0"/>
              </p:cNvCxnSpPr>
              <p:nvPr/>
            </p:nvCxnSpPr>
            <p:spPr>
              <a:xfrm>
                <a:off x="5696169" y="3109269"/>
                <a:ext cx="0" cy="6394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642E366-B0EE-2661-9B8A-84469C9C4545}"/>
                  </a:ext>
                </a:extLst>
              </p:cNvPr>
              <p:cNvCxnSpPr>
                <a:cxnSpLocks/>
                <a:stCxn id="5" idx="4"/>
                <a:endCxn id="7" idx="0"/>
              </p:cNvCxnSpPr>
              <p:nvPr/>
            </p:nvCxnSpPr>
            <p:spPr>
              <a:xfrm>
                <a:off x="5696169" y="4519829"/>
                <a:ext cx="0" cy="6394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CF969B8-D501-D1DB-5B60-3E3CBB4FE185}"/>
                </a:ext>
              </a:extLst>
            </p:cNvPr>
            <p:cNvSpPr txBox="1"/>
            <p:nvPr/>
          </p:nvSpPr>
          <p:spPr>
            <a:xfrm>
              <a:off x="8405414" y="1536458"/>
              <a:ext cx="2722571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{</a:t>
              </a:r>
            </a:p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FFFF00"/>
                  </a:solidFill>
                </a:rPr>
                <a:t>type:</a:t>
              </a:r>
              <a:r>
                <a:rPr lang="en-US" sz="1600" dirty="0"/>
                <a:t> ‘WHAT_TO_DO’</a:t>
              </a:r>
            </a:p>
            <a:p>
              <a:r>
                <a:rPr lang="en-US" sz="1600" dirty="0"/>
                <a:t>	</a:t>
              </a:r>
              <a:r>
                <a:rPr lang="en-US" sz="1600" dirty="0">
                  <a:solidFill>
                    <a:srgbClr val="FFFF00"/>
                  </a:solidFill>
                </a:rPr>
                <a:t>payload: </a:t>
              </a:r>
              <a:r>
                <a:rPr lang="en-US" sz="1600" dirty="0"/>
                <a:t>‘DETAILS’</a:t>
              </a:r>
            </a:p>
            <a:p>
              <a:r>
                <a:rPr lang="en-US" sz="1600" dirty="0"/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40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B73-D205-3B9A-206F-AE6C83AF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866E988-758B-3761-287A-3F5851CC01E8}"/>
              </a:ext>
            </a:extLst>
          </p:cNvPr>
          <p:cNvGrpSpPr/>
          <p:nvPr/>
        </p:nvGrpSpPr>
        <p:grpSpPr>
          <a:xfrm>
            <a:off x="841126" y="510077"/>
            <a:ext cx="10309774" cy="5837846"/>
            <a:chOff x="874520" y="533560"/>
            <a:chExt cx="10309774" cy="583784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B4F1D18-34ED-569F-48E4-B051ECEC3D90}"/>
                </a:ext>
              </a:extLst>
            </p:cNvPr>
            <p:cNvSpPr txBox="1"/>
            <p:nvPr/>
          </p:nvSpPr>
          <p:spPr>
            <a:xfrm>
              <a:off x="874520" y="1539314"/>
              <a:ext cx="10309774" cy="48320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FFFF00"/>
                  </a:solidFill>
                </a:rPr>
                <a:t>Redux Store: </a:t>
              </a:r>
              <a:r>
                <a:rPr lang="en-US" sz="1600" dirty="0"/>
                <a:t>The single source of truth for the entire application state. All state changes are managed within this central store.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FFFF00"/>
                  </a:solidFill>
                </a:rPr>
                <a:t>Actions: </a:t>
              </a:r>
              <a:r>
                <a:rPr lang="en-US" sz="1600" dirty="0"/>
                <a:t>Plain JavaScript objects that describe what happened in the application (e.g., 'ADD_ITEM', 'UPDATE_USER'). They are the only way to trigger state changes. It may contain some additional information or payload.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FFFF00"/>
                  </a:solidFill>
                </a:rPr>
                <a:t>Reducers: </a:t>
              </a:r>
              <a:r>
                <a:rPr lang="en-US" sz="1600" dirty="0"/>
                <a:t>Pure functions that take the current state and an action as input, and return a new state. They specify how the application's state changes in response to actions.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FFFF00"/>
                  </a:solidFill>
                </a:rPr>
                <a:t>Provider Component: </a:t>
              </a:r>
              <a:r>
                <a:rPr lang="en-US" sz="1600" dirty="0"/>
                <a:t>A React Redux component that makes the Redux store available to all nested components within your React application.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 err="1">
                  <a:solidFill>
                    <a:srgbClr val="FFFF00"/>
                  </a:solidFill>
                </a:rPr>
                <a:t>useSelector</a:t>
              </a:r>
              <a:r>
                <a:rPr lang="en-US" sz="1600" dirty="0">
                  <a:solidFill>
                    <a:srgbClr val="FFFF00"/>
                  </a:solidFill>
                </a:rPr>
                <a:t> Hook: </a:t>
              </a:r>
              <a:r>
                <a:rPr lang="en-US" sz="1600" dirty="0"/>
                <a:t>A React Redux Hook that allows functional React components to extract data from the Redux store.</a:t>
              </a:r>
            </a:p>
            <a:p>
              <a:pPr marL="285750" indent="-285750"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1600" dirty="0" err="1">
                  <a:solidFill>
                    <a:srgbClr val="FFFF00"/>
                  </a:solidFill>
                </a:rPr>
                <a:t>useDispatch</a:t>
              </a:r>
              <a:r>
                <a:rPr lang="en-US" sz="1600" dirty="0">
                  <a:solidFill>
                    <a:srgbClr val="FFFF00"/>
                  </a:solidFill>
                </a:rPr>
                <a:t> Hook: </a:t>
              </a:r>
              <a:r>
                <a:rPr lang="en-US" sz="1600" dirty="0"/>
                <a:t>A React Redux Hook that allows functional React components to dispatch actions to the Redux store, triggering state updates. </a:t>
              </a:r>
              <a:endParaRPr lang="en-IN" sz="16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06AED9-A222-628C-3F1D-DE6480926C44}"/>
                </a:ext>
              </a:extLst>
            </p:cNvPr>
            <p:cNvSpPr/>
            <p:nvPr/>
          </p:nvSpPr>
          <p:spPr>
            <a:xfrm>
              <a:off x="874520" y="533560"/>
              <a:ext cx="3915194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Key Concepts: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09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5A97-2CF4-06E4-57BC-BDBB8277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EB4FC07-049D-4644-CE20-463B63915057}"/>
              </a:ext>
            </a:extLst>
          </p:cNvPr>
          <p:cNvGrpSpPr/>
          <p:nvPr/>
        </p:nvGrpSpPr>
        <p:grpSpPr>
          <a:xfrm>
            <a:off x="358605" y="264068"/>
            <a:ext cx="8285471" cy="6329863"/>
            <a:chOff x="2666703" y="868458"/>
            <a:chExt cx="6858594" cy="51210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CE381C-0F46-F4DB-C481-6AC7C4A71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703" y="868458"/>
              <a:ext cx="6858594" cy="51210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80D81A6-FDFE-AA6D-D970-55C94D28C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2797" y="5142332"/>
              <a:ext cx="723963" cy="53344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AE7C14-F7F1-2AF2-04FD-0CD917DE8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7672" y="4267195"/>
              <a:ext cx="807790" cy="784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118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1604</TotalTime>
  <Words>213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335</cp:revision>
  <dcterms:created xsi:type="dcterms:W3CDTF">2025-07-03T20:58:50Z</dcterms:created>
  <dcterms:modified xsi:type="dcterms:W3CDTF">2025-12-14T23:32:05Z</dcterms:modified>
</cp:coreProperties>
</file>