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73" r:id="rId3"/>
    <p:sldId id="287" r:id="rId4"/>
    <p:sldId id="28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D259-E713-5A6D-29FD-7FA3E581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C12B50B-E4E5-3BAC-AADF-AB428801D8EE}"/>
              </a:ext>
            </a:extLst>
          </p:cNvPr>
          <p:cNvGrpSpPr/>
          <p:nvPr/>
        </p:nvGrpSpPr>
        <p:grpSpPr>
          <a:xfrm>
            <a:off x="782451" y="863696"/>
            <a:ext cx="10374584" cy="4887492"/>
            <a:chOff x="345912" y="-18745"/>
            <a:chExt cx="10374584" cy="488749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4F5DFC-C246-5839-92FC-B4FEAD22E573}"/>
                </a:ext>
              </a:extLst>
            </p:cNvPr>
            <p:cNvSpPr/>
            <p:nvPr/>
          </p:nvSpPr>
          <p:spPr>
            <a:xfrm>
              <a:off x="345912" y="-18745"/>
              <a:ext cx="387958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CSS In React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31A2BA5-D2BB-71D1-5324-DB0DF0043D15}"/>
                </a:ext>
              </a:extLst>
            </p:cNvPr>
            <p:cNvSpPr txBox="1"/>
            <p:nvPr/>
          </p:nvSpPr>
          <p:spPr>
            <a:xfrm>
              <a:off x="469737" y="1421649"/>
              <a:ext cx="10250759" cy="3447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solidFill>
                    <a:srgbClr val="FFFF00"/>
                  </a:solidFill>
                  <a:latin typeface="Book Antiqua" panose="02040602050305030304" pitchFamily="18" charset="0"/>
                </a:rPr>
                <a:t>Regular CSS File : </a:t>
              </a:r>
              <a:r>
                <a:rPr lang="en-US" sz="2800" dirty="0">
                  <a:latin typeface="Book Antiqua" panose="02040602050305030304" pitchFamily="18" charset="0"/>
                </a:rPr>
                <a:t>If you import a CSS file in React (like App.css), those styles are global by default.</a:t>
              </a:r>
            </a:p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solidFill>
                    <a:srgbClr val="FFFF00"/>
                  </a:solidFill>
                </a:rPr>
                <a:t>CSS Modules: </a:t>
              </a:r>
              <a:r>
                <a:rPr lang="en-US" sz="2800" dirty="0"/>
                <a:t>Lets you scope CSS to a component (no global conflicts).</a:t>
              </a:r>
            </a:p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solidFill>
                    <a:srgbClr val="FFFF00"/>
                  </a:solidFill>
                </a:rPr>
                <a:t>Inline CSS: </a:t>
              </a:r>
              <a:r>
                <a:rPr lang="en-US" sz="2800" dirty="0"/>
                <a:t>You use the style prop, which takes a JavaScript object (not a string).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401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0636E-5F3C-1103-B4BA-F8E40AB2D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47FB8BB-A6CE-444D-B95C-8CBB192E51F2}"/>
              </a:ext>
            </a:extLst>
          </p:cNvPr>
          <p:cNvGrpSpPr/>
          <p:nvPr/>
        </p:nvGrpSpPr>
        <p:grpSpPr>
          <a:xfrm>
            <a:off x="645216" y="361005"/>
            <a:ext cx="7565335" cy="5932699"/>
            <a:chOff x="702366" y="322905"/>
            <a:chExt cx="7565335" cy="593269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771EB2-100E-2CF6-39DB-784443AE7185}"/>
                </a:ext>
              </a:extLst>
            </p:cNvPr>
            <p:cNvSpPr/>
            <p:nvPr/>
          </p:nvSpPr>
          <p:spPr>
            <a:xfrm>
              <a:off x="702366" y="322905"/>
              <a:ext cx="4546437" cy="83099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Regular CSS File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74EB0CA-9BCF-4D02-87CF-8C8DA55B49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76" t="34440" r="17657" b="20332"/>
            <a:stretch/>
          </p:blipFill>
          <p:spPr>
            <a:xfrm>
              <a:off x="809625" y="4179154"/>
              <a:ext cx="3114675" cy="2076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54EFDA1-11E0-4654-AA65-080FF609B0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36" t="30980" r="10639" b="18250"/>
            <a:stretch/>
          </p:blipFill>
          <p:spPr>
            <a:xfrm>
              <a:off x="809625" y="1340704"/>
              <a:ext cx="7458076" cy="2514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5593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0636E-5F3C-1103-B4BA-F8E40AB2D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06307B4-B30F-4566-92B4-FADEC7FC1A2B}"/>
              </a:ext>
            </a:extLst>
          </p:cNvPr>
          <p:cNvGrpSpPr/>
          <p:nvPr/>
        </p:nvGrpSpPr>
        <p:grpSpPr>
          <a:xfrm>
            <a:off x="540956" y="223957"/>
            <a:ext cx="9036433" cy="6236555"/>
            <a:chOff x="617156" y="385882"/>
            <a:chExt cx="9036433" cy="623655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771EB2-100E-2CF6-39DB-784443AE7185}"/>
                </a:ext>
              </a:extLst>
            </p:cNvPr>
            <p:cNvSpPr/>
            <p:nvPr/>
          </p:nvSpPr>
          <p:spPr>
            <a:xfrm>
              <a:off x="617156" y="385882"/>
              <a:ext cx="3783407" cy="83099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CSS Modules: 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90D57B7-141F-4FE5-912C-C68988D501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700" t="31923" r="9091" b="18846"/>
            <a:stretch/>
          </p:blipFill>
          <p:spPr>
            <a:xfrm>
              <a:off x="690563" y="1443158"/>
              <a:ext cx="8963026" cy="24384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D0FAA66-834B-4C17-A2EB-58B12761E5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616" t="31357" r="15846" b="18164"/>
            <a:stretch/>
          </p:blipFill>
          <p:spPr>
            <a:xfrm>
              <a:off x="690563" y="4107837"/>
              <a:ext cx="3809988" cy="2514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3528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0636E-5F3C-1103-B4BA-F8E40AB2D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FB576E3-E0DD-4EC0-B688-A839FD16C7A9}"/>
              </a:ext>
            </a:extLst>
          </p:cNvPr>
          <p:cNvGrpSpPr/>
          <p:nvPr/>
        </p:nvGrpSpPr>
        <p:grpSpPr>
          <a:xfrm>
            <a:off x="538880" y="289890"/>
            <a:ext cx="4528420" cy="6106769"/>
            <a:chOff x="491255" y="243007"/>
            <a:chExt cx="4528420" cy="61067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771EB2-100E-2CF6-39DB-784443AE7185}"/>
                </a:ext>
              </a:extLst>
            </p:cNvPr>
            <p:cNvSpPr/>
            <p:nvPr/>
          </p:nvSpPr>
          <p:spPr>
            <a:xfrm>
              <a:off x="491255" y="243007"/>
              <a:ext cx="3063659" cy="83099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Inline CSS: 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86B81D3-A262-4320-A9FF-10BF38B27B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85" t="22639" r="15523" b="13056"/>
            <a:stretch/>
          </p:blipFill>
          <p:spPr>
            <a:xfrm>
              <a:off x="585776" y="1223961"/>
              <a:ext cx="4433899" cy="51258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36262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359</TotalTime>
  <Words>71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Berlin Sans FB Demi</vt:lpstr>
      <vt:lpstr>Book Antiqua</vt:lpstr>
      <vt:lpstr>Calisto MT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Kumar Lal</dc:creator>
  <cp:lastModifiedBy>Manas Kumar Lal</cp:lastModifiedBy>
  <cp:revision>87</cp:revision>
  <dcterms:created xsi:type="dcterms:W3CDTF">2025-07-03T20:58:50Z</dcterms:created>
  <dcterms:modified xsi:type="dcterms:W3CDTF">2025-09-16T06:24:55Z</dcterms:modified>
</cp:coreProperties>
</file>